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werkt ClubComm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463040" y="914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ouders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367528" y="566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Buitenveldert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2026/2027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ClubComm meld je je kind af, zie je de planning en blijf je op de hoogte van het team. Gewoon op je telefoon, zonder wachtwoord.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6464808" cy="1645920"/>
          </a:xfrm>
          <a:prstGeom prst="roundRect">
            <a:avLst>
              <a:gd name="adj" fmla="val 8333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219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18541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belangrijkste: afmelden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79192"/>
            <a:ext cx="5367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kind wordt bij elke training en wedstrijd verwacht, tenzij je afmeldt.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app, tik bij de activiteit op Afmelden en kies een reden. Klaar.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zo vroeg mogelijk af. Bij elke activiteit zie je tot wanneer het op tijd is.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41970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QR-code of open de link van je teamleider. Vul je e-mailadres en de naam van je kind in. Na goedkeuring door de teamleider kun je beginnen.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918204" y="388620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119372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4197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04588" y="408736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zonder wachtwoord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119372" y="463600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je e-mailadres in en tik op de link in de mail, of typ de code van 6 cijfers over. Daarna blijf je ingelogd. Tip: zet ClubComm op je beginscherm.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9808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5980176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335024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Kaarten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laat of niet afgemeld? De eerste keer krijg je een vriendelijke herinnering, daarna een gele kaart. Komt je kind te laat op de training, dan volgt een oranje kaart.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3918204" y="566928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119372" y="5870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59801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704588" y="587044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geblesseerd of ziek?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119372" y="641908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het één keer, met de verwachte terugkeerdatum. Dan hoef je niet elke training apart af te melden, en weten trainer en teamleider ervan.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48640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9808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776325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335024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 en taken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Bied bij uitwedstrijden plekken in je auto aan of vraag een plek. Help mee als spelbegeleider, coach of bij de bar: aanmelden met één tik.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3918204" y="7452360"/>
            <a:ext cx="3095244" cy="1600200"/>
          </a:xfrm>
          <a:prstGeom prst="roundRect">
            <a:avLst>
              <a:gd name="adj" fmla="val 6857"/>
            </a:avLst>
          </a:prstGeom>
          <a:solidFill>
            <a:srgbClr val="EAF4FE"/>
          </a:solidFill>
          <a:ln w="12700">
            <a:solidFill>
              <a:srgbClr val="EAF4F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119372" y="7653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D88F9"/>
          </a:solidFill>
          <a:ln w="12700">
            <a:solidFill>
              <a:srgbClr val="0D88F9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776325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704588" y="7653528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4119372" y="8202168"/>
            <a:ext cx="269290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Persoonlijke berichten van trainer en teamleider, en nieuws van team en club. Zet meldingen aan, dan mis je niets.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48640" y="9235440"/>
            <a:ext cx="6464808" cy="502920"/>
          </a:xfrm>
          <a:prstGeom prst="roundRect">
            <a:avLst>
              <a:gd name="adj" fmla="val 18182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9363456"/>
            <a:ext cx="246888" cy="246888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43000" y="9235440"/>
            <a:ext cx="5687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alleen de gegevens van je eigen kind. Andere ouders zien de gegevens van jouw kind niet.</a:t>
            </a:r>
            <a:endParaRPr lang="en-US" sz="1050" dirty="0"/>
          </a:p>
        </p:txBody>
      </p:sp>
      <p:sp>
        <p:nvSpPr>
          <p:cNvPr id="44" name="Text 33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 Stel ze aan de teamleider van je team.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SC Buitenveldert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 werkt ClubComm voor ouders</dc:title>
  <dc:subject>PptxGenJS Presentation</dc:subject>
  <dc:creator>PptxGenJS</dc:creator>
  <cp:lastModifiedBy>PptxGenJS</cp:lastModifiedBy>
  <cp:revision>1</cp:revision>
  <dcterms:created xsi:type="dcterms:W3CDTF">2026-09-23T10:37:24Z</dcterms:created>
  <dcterms:modified xsi:type="dcterms:W3CDTF">2026-09-23T10:37:24Z</dcterms:modified>
</cp:coreProperties>
</file>