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lubcomm/public/assets/clubcomm-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731520" cy="731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463040" y="4572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 werkt ClubComm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1463040" y="91440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D8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voor trainers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5367528" y="56692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 Buitenveldert</a:t>
            </a:r>
            <a:endParaRPr lang="en-US" sz="1000" dirty="0"/>
          </a:p>
          <a:p>
            <a:pPr algn="r"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2026/2027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17320"/>
            <a:ext cx="6464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ClubComm neemt het regelwerk rond je team over. Jij ziet wie er komt, houdt de aanwezigheid bij en communiceert met ouders.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48640" y="1965960"/>
            <a:ext cx="6464808" cy="1645920"/>
          </a:xfrm>
          <a:prstGeom prst="roundRect">
            <a:avLst>
              <a:gd name="adj" fmla="val 8333"/>
            </a:avLst>
          </a:prstGeom>
          <a:solidFill>
            <a:srgbClr val="0D88F9"/>
          </a:solidFill>
          <a:ln w="12700">
            <a:solidFill>
              <a:srgbClr val="0D88F9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221992"/>
            <a:ext cx="384048" cy="38404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71600" y="2185416"/>
            <a:ext cx="5367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belangrijkste: aanwezigheid opnemen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1371600" y="2679192"/>
            <a:ext cx="53675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 de trainingsdag staat op Home de knop Aanwezigheid opnemen.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Iedereen staat op aanwezig. Tik op een naam om te wisselen en tik op Opslaan.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Kaarten en percentages volgen vanzelf. Vergist? Corrigeren kan tot 48 uur later.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548640" y="3886200"/>
            <a:ext cx="3095244" cy="1600200"/>
          </a:xfrm>
          <a:prstGeom prst="roundRect">
            <a:avLst>
              <a:gd name="adj" fmla="val 6857"/>
            </a:avLst>
          </a:prstGeom>
          <a:solidFill>
            <a:srgbClr val="EAF4FE"/>
          </a:solidFill>
          <a:ln w="12700">
            <a:solidFill>
              <a:srgbClr val="EAF4FE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49808" y="408736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D88F9"/>
          </a:solidFill>
          <a:ln w="12700">
            <a:solidFill>
              <a:srgbClr val="0D88F9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4197096"/>
            <a:ext cx="237744" cy="23774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35024" y="4087368"/>
            <a:ext cx="21625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300" dirty="0"/>
          </a:p>
        </p:txBody>
      </p:sp>
      <p:sp>
        <p:nvSpPr>
          <p:cNvPr id="15" name="Text 10"/>
          <p:cNvSpPr txBox="1"/>
          <p:nvPr/>
        </p:nvSpPr>
        <p:spPr>
          <a:xfrm>
            <a:off x="749808" y="4636008"/>
            <a:ext cx="269290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eerstvolgende training, hoeveel spelers je verwacht en wie zich heeft afgemeld, met de reden erbij.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3918204" y="3886200"/>
            <a:ext cx="3095244" cy="1600200"/>
          </a:xfrm>
          <a:prstGeom prst="roundRect">
            <a:avLst>
              <a:gd name="adj" fmla="val 6857"/>
            </a:avLst>
          </a:prstGeom>
          <a:solidFill>
            <a:srgbClr val="EAF4FE"/>
          </a:solidFill>
          <a:ln w="12700">
            <a:solidFill>
              <a:srgbClr val="EAF4FE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4119372" y="408736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D88F9"/>
          </a:solidFill>
          <a:ln w="12700">
            <a:solidFill>
              <a:srgbClr val="0D88F9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9100" y="4197096"/>
            <a:ext cx="237744" cy="237744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4704588" y="4087368"/>
            <a:ext cx="21625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aanpassen</a:t>
            </a:r>
            <a:endParaRPr lang="en-US" sz="1300" dirty="0"/>
          </a:p>
        </p:txBody>
      </p:sp>
      <p:sp>
        <p:nvSpPr>
          <p:cNvPr id="20" name="Text 14"/>
          <p:cNvSpPr txBox="1"/>
          <p:nvPr/>
        </p:nvSpPr>
        <p:spPr>
          <a:xfrm>
            <a:off x="4119372" y="4636008"/>
            <a:ext cx="269290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verplaatsen, extra training of oefenwedstrijd? Dat mag je zelf doen. Ouders krijgen direct bericht, HJO en teamleider een melding.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548640" y="5669280"/>
            <a:ext cx="3095244" cy="1600200"/>
          </a:xfrm>
          <a:prstGeom prst="roundRect">
            <a:avLst>
              <a:gd name="adj" fmla="val 6857"/>
            </a:avLst>
          </a:prstGeom>
          <a:solidFill>
            <a:srgbClr val="EAF4FE"/>
          </a:solidFill>
          <a:ln w="12700">
            <a:solidFill>
              <a:srgbClr val="EAF4FE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749808" y="587044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D88F9"/>
          </a:solidFill>
          <a:ln w="12700">
            <a:solidFill>
              <a:srgbClr val="0D88F9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36" y="5980176"/>
            <a:ext cx="237744" cy="237744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335024" y="5870448"/>
            <a:ext cx="21625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Berichten</a:t>
            </a:r>
            <a:endParaRPr lang="en-US" sz="1300" dirty="0"/>
          </a:p>
        </p:txBody>
      </p:sp>
      <p:sp>
        <p:nvSpPr>
          <p:cNvPr id="25" name="Text 18"/>
          <p:cNvSpPr txBox="1"/>
          <p:nvPr/>
        </p:nvSpPr>
        <p:spPr>
          <a:xfrm>
            <a:off x="749808" y="6419088"/>
            <a:ext cx="269290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 op + Nieuw bericht en kies: groep, individueel, trainingswijziging of herinnering. Je ziet wie het gelezen heeft.</a:t>
            </a:r>
            <a:endParaRPr lang="en-US" sz="1100" dirty="0"/>
          </a:p>
        </p:txBody>
      </p:sp>
      <p:sp>
        <p:nvSpPr>
          <p:cNvPr id="26" name="Shape 19"/>
          <p:cNvSpPr/>
          <p:nvPr/>
        </p:nvSpPr>
        <p:spPr>
          <a:xfrm>
            <a:off x="3918204" y="5669280"/>
            <a:ext cx="3095244" cy="1600200"/>
          </a:xfrm>
          <a:prstGeom prst="roundRect">
            <a:avLst>
              <a:gd name="adj" fmla="val 6857"/>
            </a:avLst>
          </a:prstGeom>
          <a:solidFill>
            <a:srgbClr val="EAF4FE"/>
          </a:solidFill>
          <a:ln w="12700">
            <a:solidFill>
              <a:srgbClr val="EAF4FE"/>
            </a:solidFill>
            <a:prstDash val="solid"/>
          </a:ln>
        </p:spPr>
      </p:sp>
      <p:sp>
        <p:nvSpPr>
          <p:cNvPr id="27" name="Shape 20"/>
          <p:cNvSpPr/>
          <p:nvPr/>
        </p:nvSpPr>
        <p:spPr>
          <a:xfrm>
            <a:off x="4119372" y="587044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D88F9"/>
          </a:solidFill>
          <a:ln w="12700">
            <a:solidFill>
              <a:srgbClr val="0D88F9"/>
            </a:solidFill>
            <a:prstDash val="solid"/>
          </a:ln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29100" y="5980176"/>
            <a:ext cx="237744" cy="237744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4704588" y="5870448"/>
            <a:ext cx="21625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Spelers beoordelen</a:t>
            </a:r>
            <a:endParaRPr lang="en-US" sz="1300" dirty="0"/>
          </a:p>
        </p:txBody>
      </p:sp>
      <p:sp>
        <p:nvSpPr>
          <p:cNvPr id="30" name="Text 22"/>
          <p:cNvSpPr txBox="1"/>
          <p:nvPr/>
        </p:nvSpPr>
        <p:spPr>
          <a:xfrm>
            <a:off x="4119372" y="6419088"/>
            <a:ext cx="269290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seizoensfase, passend bij de leeftijd. Snel: beoordeel één vaardigheid voor het hele team tegelijk. Ouders zien alleen hun eigen kind.</a:t>
            </a:r>
            <a:endParaRPr lang="en-US" sz="1100" dirty="0"/>
          </a:p>
        </p:txBody>
      </p:sp>
      <p:sp>
        <p:nvSpPr>
          <p:cNvPr id="31" name="Shape 23"/>
          <p:cNvSpPr/>
          <p:nvPr/>
        </p:nvSpPr>
        <p:spPr>
          <a:xfrm>
            <a:off x="548640" y="7452360"/>
            <a:ext cx="3095244" cy="1600200"/>
          </a:xfrm>
          <a:prstGeom prst="roundRect">
            <a:avLst>
              <a:gd name="adj" fmla="val 6857"/>
            </a:avLst>
          </a:prstGeom>
          <a:solidFill>
            <a:srgbClr val="EAF4FE"/>
          </a:solidFill>
          <a:ln w="12700">
            <a:solidFill>
              <a:srgbClr val="EAF4FE"/>
            </a:solidFill>
            <a:prstDash val="solid"/>
          </a:ln>
        </p:spPr>
      </p:sp>
      <p:sp>
        <p:nvSpPr>
          <p:cNvPr id="32" name="Shape 24"/>
          <p:cNvSpPr/>
          <p:nvPr/>
        </p:nvSpPr>
        <p:spPr>
          <a:xfrm>
            <a:off x="749808" y="765352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D88F9"/>
          </a:solidFill>
          <a:ln w="12700">
            <a:solidFill>
              <a:srgbClr val="0D88F9"/>
            </a:solidFill>
            <a:prstDash val="solid"/>
          </a:ln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9536" y="7763256"/>
            <a:ext cx="237744" cy="237744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1335024" y="7653528"/>
            <a:ext cx="21625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Signalen</a:t>
            </a:r>
            <a:endParaRPr lang="en-US" sz="1300" dirty="0"/>
          </a:p>
        </p:txBody>
      </p:sp>
      <p:sp>
        <p:nvSpPr>
          <p:cNvPr id="35" name="Text 26"/>
          <p:cNvSpPr txBox="1"/>
          <p:nvPr/>
        </p:nvSpPr>
        <p:spPr>
          <a:xfrm>
            <a:off x="749808" y="8202168"/>
            <a:ext cx="269290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Komt een speler in de oranje of rode zone, of vaak te laat? Dan krijg je een signaal. Jij en de teamleider beslissen of een gesprek nodig is.</a:t>
            </a:r>
            <a:endParaRPr lang="en-US" sz="1100" dirty="0"/>
          </a:p>
        </p:txBody>
      </p:sp>
      <p:sp>
        <p:nvSpPr>
          <p:cNvPr id="36" name="Shape 27"/>
          <p:cNvSpPr/>
          <p:nvPr/>
        </p:nvSpPr>
        <p:spPr>
          <a:xfrm>
            <a:off x="3918204" y="7452360"/>
            <a:ext cx="3095244" cy="1600200"/>
          </a:xfrm>
          <a:prstGeom prst="roundRect">
            <a:avLst>
              <a:gd name="adj" fmla="val 6857"/>
            </a:avLst>
          </a:prstGeom>
          <a:solidFill>
            <a:srgbClr val="EAF4FE"/>
          </a:solidFill>
          <a:ln w="12700">
            <a:solidFill>
              <a:srgbClr val="EAF4FE"/>
            </a:solidFill>
            <a:prstDash val="solid"/>
          </a:ln>
        </p:spPr>
      </p:sp>
      <p:sp>
        <p:nvSpPr>
          <p:cNvPr id="37" name="Shape 28"/>
          <p:cNvSpPr/>
          <p:nvPr/>
        </p:nvSpPr>
        <p:spPr>
          <a:xfrm>
            <a:off x="4119372" y="765352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D88F9"/>
          </a:solidFill>
          <a:ln w="12700">
            <a:solidFill>
              <a:srgbClr val="0D88F9"/>
            </a:solidFill>
            <a:prstDash val="solid"/>
          </a:ln>
        </p:spPr>
      </p:sp>
      <p:pic>
        <p:nvPicPr>
          <p:cNvPr id="3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29100" y="7763256"/>
            <a:ext cx="237744" cy="237744"/>
          </a:xfrm>
          <a:prstGeom prst="rect">
            <a:avLst/>
          </a:prstGeom>
        </p:spPr>
      </p:pic>
      <p:sp>
        <p:nvSpPr>
          <p:cNvPr id="39" name="Text 29"/>
          <p:cNvSpPr txBox="1"/>
          <p:nvPr/>
        </p:nvSpPr>
        <p:spPr>
          <a:xfrm>
            <a:off x="4704588" y="7653528"/>
            <a:ext cx="21625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Wedstrijden en speeltijd</a:t>
            </a:r>
            <a:endParaRPr lang="en-US" sz="1300" dirty="0"/>
          </a:p>
        </p:txBody>
      </p:sp>
      <p:sp>
        <p:nvSpPr>
          <p:cNvPr id="40" name="Text 30"/>
          <p:cNvSpPr txBox="1"/>
          <p:nvPr/>
        </p:nvSpPr>
        <p:spPr>
          <a:xfrm>
            <a:off x="4119372" y="8202168"/>
            <a:ext cx="269290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 je niet mee naar wedstrijden? Dan doet de teamleider of een ouder-coach de aanwezigheid. Met de module Speeltijd maakt de app een eerlijk wisselschema.</a:t>
            </a:r>
            <a:endParaRPr lang="en-US" sz="1100" dirty="0"/>
          </a:p>
        </p:txBody>
      </p:sp>
      <p:sp>
        <p:nvSpPr>
          <p:cNvPr id="41" name="Shape 31"/>
          <p:cNvSpPr/>
          <p:nvPr/>
        </p:nvSpPr>
        <p:spPr>
          <a:xfrm>
            <a:off x="548640" y="9235440"/>
            <a:ext cx="6464808" cy="502920"/>
          </a:xfrm>
          <a:prstGeom prst="roundRect">
            <a:avLst>
              <a:gd name="adj" fmla="val 18182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</p:sp>
      <p:pic>
        <p:nvPicPr>
          <p:cNvPr id="4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9808" y="9363456"/>
            <a:ext cx="246888" cy="246888"/>
          </a:xfrm>
          <a:prstGeom prst="rect">
            <a:avLst/>
          </a:prstGeom>
        </p:spPr>
      </p:pic>
      <p:sp>
        <p:nvSpPr>
          <p:cNvPr id="43" name="Text 32"/>
          <p:cNvSpPr txBox="1"/>
          <p:nvPr/>
        </p:nvSpPr>
        <p:spPr>
          <a:xfrm>
            <a:off x="1143000" y="9235440"/>
            <a:ext cx="5687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Geen teamleider in je team? Dan nodig jij ouders uit en keur je aanmeldingen goed, via Ouders uitnodigen.</a:t>
            </a:r>
            <a:endParaRPr lang="en-US" sz="1050" dirty="0"/>
          </a:p>
        </p:txBody>
      </p:sp>
      <p:sp>
        <p:nvSpPr>
          <p:cNvPr id="44" name="Text 33"/>
          <p:cNvSpPr txBox="1"/>
          <p:nvPr/>
        </p:nvSpPr>
        <p:spPr>
          <a:xfrm>
            <a:off x="548640" y="9921240"/>
            <a:ext cx="6464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Vragen? Neem contact op met de HJO.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SC Buitenveldert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Zo werkt ClubComm voor trainers</dc:title>
  <dc:subject>PptxGenJS Presentation</dc:subject>
  <dc:creator>PptxGenJS</dc:creator>
  <cp:lastModifiedBy>PptxGenJS</cp:lastModifiedBy>
  <cp:revision>1</cp:revision>
  <dcterms:created xsi:type="dcterms:W3CDTF">2026-09-23T10:37:24Z</dcterms:created>
  <dcterms:modified xsi:type="dcterms:W3CDTF">2026-09-23T10:37:24Z</dcterms:modified>
</cp:coreProperties>
</file>