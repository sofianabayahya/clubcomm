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457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werkt ClubComm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914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HJO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367528" y="566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Buitenveldert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2026/2027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HJO bewaak en stuur je de jeugd. Teamleiders en trainers doen het dagelijkse werk; jij ziet de signalen en maakt de clubbrede keuzes.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6464808" cy="1645920"/>
          </a:xfrm>
          <a:prstGeom prst="roundRect">
            <a:avLst>
              <a:gd name="adj" fmla="val 8333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219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85416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belangrijkste: Aandacht nodig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79192"/>
            <a:ext cx="5367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toont alleen wat jouw aandacht vraagt: teams of spelers in de rode zone, voorgestelde gesprekken, teams zonder staf en aanmeldingen die blijven liggen.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snelle acties: Bericht aan club en Afgelasten. Alle betrokken teams krijgen direct een pushmelding.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970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van het seizoen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Voer één keer het weekrooster en de veldindeling in, voor meerdere teams tegelijk of via Excel. Schoolvakanties komen er vanzelf in; jij kiest of er getraind wordt.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918204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119372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4197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04588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119372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team: staf toewijzen, spelers, rooster, teamtype (breedte of selectie) en statistieken. Via Alle spelers: zoeken, van team wisselen, handmatig toevoegen.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980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35024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rollen aan een bestaand account, bijvoorbeeld ouder én trainer. Eén persoon, één account, met een rolwisselaar.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918204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119372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59801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704588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Inzicht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4119372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gaat het mis, waarom, en hoe ontwikkelt het zich? Van club naar team naar speler. Exporteer naar PDF voor een gesprek of het bestuur.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49808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7763256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35024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Clubberichten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 aan de hele club of aan groepen teams. Plan berichten vooruit, bijvoorbeeld het aftellen naar de zomervakantie.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3918204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119372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776325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704588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 beslissen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4119372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signaleert, communiceert en legt vast. Gesprekken en gevolgen zijn altijd een beslissing van mensen, nooit automatisch.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48640" y="9235440"/>
            <a:ext cx="6464808" cy="502920"/>
          </a:xfrm>
          <a:prstGeom prst="roundRect">
            <a:avLst>
              <a:gd name="adj" fmla="val 181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9363456"/>
            <a:ext cx="246888" cy="24688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43000" y="9235440"/>
            <a:ext cx="5687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Clubinstellingen (deadlines, drempels, blokken, modules) regelt de clubbeheerder. Bij een kleine club is dat vaak ook de HJO.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over ClubComm? Mail support@clubcomm.nl.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SC Buitenveldert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 werkt ClubComm voor de HJO</dc:title>
  <dc:subject>PptxGenJS Presentation</dc:subject>
  <dc:creator>PptxGenJS</dc:creator>
  <cp:lastModifiedBy>PptxGenJS</cp:lastModifiedBy>
  <cp:revision>1</cp:revision>
  <dcterms:created xsi:type="dcterms:W3CDTF">2026-09-23T10:37:24Z</dcterms:created>
  <dcterms:modified xsi:type="dcterms:W3CDTF">2026-09-23T10:37:24Z</dcterms:modified>
</cp:coreProperties>
</file>