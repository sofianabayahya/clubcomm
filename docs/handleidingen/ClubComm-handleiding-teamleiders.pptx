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ubcomm/public/assets/clubcomm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731520" cy="731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463040" y="457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 werkt ClubComm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1463040" y="91440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 teamleiders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367528" y="5669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 Buitenveldert</a:t>
            </a:r>
            <a:endParaRPr lang="en-US" sz="10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2026/2027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17320"/>
            <a:ext cx="646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Jij bent de regelaar van het team: genoeg spelers, vervoer, taken en begeleiding bij wedstrijden. ClubComm geeft je één overzicht.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965960"/>
            <a:ext cx="6464808" cy="1645920"/>
          </a:xfrm>
          <a:prstGeom prst="roundRect">
            <a:avLst>
              <a:gd name="adj" fmla="val 8333"/>
            </a:avLst>
          </a:prstGeom>
          <a:solidFill>
            <a:srgbClr val="0D88F9"/>
          </a:solidFill>
          <a:ln w="12700">
            <a:solidFill>
              <a:srgbClr val="0D88F9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21992"/>
            <a:ext cx="384048" cy="38404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2185416"/>
            <a:ext cx="5367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belangrijkste: Home in één oogopslag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1371600" y="2679192"/>
            <a:ext cx="5367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 de eerstvolgende wedstrijd zie je: spelers (bijv. 10 van 12), vervoer, taken en wie de begeleider is.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Ontbreekt er iets, dan kleurt de regel oranje. Tik erop en je komt direct op de juiste plek.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48640" y="3886200"/>
            <a:ext cx="3095244" cy="1600200"/>
          </a:xfrm>
          <a:prstGeom prst="roundRect">
            <a:avLst>
              <a:gd name="adj" fmla="val 6857"/>
            </a:avLst>
          </a:prstGeom>
          <a:solidFill>
            <a:srgbClr val="EAF4FE"/>
          </a:solidFill>
          <a:ln w="12700">
            <a:solidFill>
              <a:srgbClr val="EAF4FE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40873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D88F9"/>
          </a:solidFill>
          <a:ln w="12700">
            <a:solidFill>
              <a:srgbClr val="0D88F9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4197096"/>
            <a:ext cx="237744" cy="2377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4087368"/>
            <a:ext cx="2162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Ouders uitnodigen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749808" y="4636008"/>
            <a:ext cx="26929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Team: Delen (WhatsApp, mail), QR tonen (langs de lijn) of QR printen (kantine). De uitnodiging verloopt na 14 dagen en is te vernieuwen.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3918204" y="3886200"/>
            <a:ext cx="3095244" cy="1600200"/>
          </a:xfrm>
          <a:prstGeom prst="roundRect">
            <a:avLst>
              <a:gd name="adj" fmla="val 6857"/>
            </a:avLst>
          </a:prstGeom>
          <a:solidFill>
            <a:srgbClr val="EAF4FE"/>
          </a:solidFill>
          <a:ln w="12700">
            <a:solidFill>
              <a:srgbClr val="EAF4F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119372" y="40873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D88F9"/>
          </a:solidFill>
          <a:ln w="12700">
            <a:solidFill>
              <a:srgbClr val="0D88F9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9100" y="4197096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704588" y="4087368"/>
            <a:ext cx="2162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Aanmeldingen goedkeuren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4119372" y="4636008"/>
            <a:ext cx="26929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ouder meldt zich aan met de naam van het kind, jij tikt op Goedkeuren. Graag binnen 48 uur; daarna gaat de melding door naar trainer en HJO.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48640" y="5669280"/>
            <a:ext cx="3095244" cy="1600200"/>
          </a:xfrm>
          <a:prstGeom prst="roundRect">
            <a:avLst>
              <a:gd name="adj" fmla="val 6857"/>
            </a:avLst>
          </a:prstGeom>
          <a:solidFill>
            <a:srgbClr val="EAF4FE"/>
          </a:solidFill>
          <a:ln w="12700">
            <a:solidFill>
              <a:srgbClr val="EAF4FE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49808" y="587044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D88F9"/>
          </a:solidFill>
          <a:ln w="12700">
            <a:solidFill>
              <a:srgbClr val="0D88F9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5980176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335024" y="5870448"/>
            <a:ext cx="2162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Regelen: vervoer en taken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749808" y="6419088"/>
            <a:ext cx="26929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 welke kinderen nog geen vervoer hebben en welke taken openstaan. Oproepen aan ouders gaan automatisch; jij hoeft niet te herinneren.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3918204" y="5669280"/>
            <a:ext cx="3095244" cy="1600200"/>
          </a:xfrm>
          <a:prstGeom prst="roundRect">
            <a:avLst>
              <a:gd name="adj" fmla="val 6857"/>
            </a:avLst>
          </a:prstGeom>
          <a:solidFill>
            <a:srgbClr val="EAF4FE"/>
          </a:solidFill>
          <a:ln w="12700">
            <a:solidFill>
              <a:srgbClr val="EAF4FE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4119372" y="587044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D88F9"/>
          </a:solidFill>
          <a:ln w="12700">
            <a:solidFill>
              <a:srgbClr val="0D88F9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9100" y="5980176"/>
            <a:ext cx="237744" cy="237744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4704588" y="5870448"/>
            <a:ext cx="2162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Wedstrijd</a:t>
            </a:r>
            <a:endParaRPr lang="en-US" sz="1300" dirty="0"/>
          </a:p>
        </p:txBody>
      </p:sp>
      <p:sp>
        <p:nvSpPr>
          <p:cNvPr id="30" name="Text 22"/>
          <p:cNvSpPr txBox="1"/>
          <p:nvPr/>
        </p:nvSpPr>
        <p:spPr>
          <a:xfrm>
            <a:off x="4119372" y="6419088"/>
            <a:ext cx="26929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 verzameltijd, adres en tenue aan. Wijs de wedstrijdbegeleider aan: jij, de trainer of een ouder-coach. Na afloop vul je de uitslag in.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548640" y="7452360"/>
            <a:ext cx="3095244" cy="1600200"/>
          </a:xfrm>
          <a:prstGeom prst="roundRect">
            <a:avLst>
              <a:gd name="adj" fmla="val 6857"/>
            </a:avLst>
          </a:prstGeom>
          <a:solidFill>
            <a:srgbClr val="EAF4FE"/>
          </a:solidFill>
          <a:ln w="12700">
            <a:solidFill>
              <a:srgbClr val="EAF4FE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749808" y="765352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D88F9"/>
          </a:solidFill>
          <a:ln w="12700">
            <a:solidFill>
              <a:srgbClr val="0D88F9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536" y="7763256"/>
            <a:ext cx="237744" cy="237744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1335024" y="7653528"/>
            <a:ext cx="2162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300" dirty="0"/>
          </a:p>
        </p:txBody>
      </p:sp>
      <p:sp>
        <p:nvSpPr>
          <p:cNvPr id="35" name="Text 26"/>
          <p:cNvSpPr txBox="1"/>
          <p:nvPr/>
        </p:nvSpPr>
        <p:spPr>
          <a:xfrm>
            <a:off x="749808" y="8202168"/>
            <a:ext cx="26929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is de bron, WhatsApp de megafoon. Met Delen plak je een net bericht met link in de teamgroep. Met WhatsApp ouder open je direct een chat.</a:t>
            </a:r>
            <a:endParaRPr lang="en-US" sz="1100" dirty="0"/>
          </a:p>
        </p:txBody>
      </p:sp>
      <p:sp>
        <p:nvSpPr>
          <p:cNvPr id="36" name="Shape 27"/>
          <p:cNvSpPr/>
          <p:nvPr/>
        </p:nvSpPr>
        <p:spPr>
          <a:xfrm>
            <a:off x="3918204" y="7452360"/>
            <a:ext cx="3095244" cy="1600200"/>
          </a:xfrm>
          <a:prstGeom prst="roundRect">
            <a:avLst>
              <a:gd name="adj" fmla="val 6857"/>
            </a:avLst>
          </a:prstGeom>
          <a:solidFill>
            <a:srgbClr val="EAF4FE"/>
          </a:solidFill>
          <a:ln w="12700">
            <a:solidFill>
              <a:srgbClr val="EAF4FE"/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4119372" y="765352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D88F9"/>
          </a:solidFill>
          <a:ln w="12700">
            <a:solidFill>
              <a:srgbClr val="0D88F9"/>
            </a:solidFill>
            <a:prstDash val="solid"/>
          </a:ln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29100" y="7763256"/>
            <a:ext cx="237744" cy="237744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4704588" y="7653528"/>
            <a:ext cx="2162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Signalen en gesprekken</a:t>
            </a:r>
            <a:endParaRPr lang="en-US" sz="1300" dirty="0"/>
          </a:p>
        </p:txBody>
      </p:sp>
      <p:sp>
        <p:nvSpPr>
          <p:cNvPr id="40" name="Text 30"/>
          <p:cNvSpPr txBox="1"/>
          <p:nvPr/>
        </p:nvSpPr>
        <p:spPr>
          <a:xfrm>
            <a:off x="4119372" y="8202168"/>
            <a:ext cx="26929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Bereikt een speler de kaartendrempel of de rode zone, dan krijg je een signaal. Samen met de trainer beslis je over een gesprek.</a:t>
            </a:r>
            <a:endParaRPr lang="en-US" sz="1100" dirty="0"/>
          </a:p>
        </p:txBody>
      </p:sp>
      <p:sp>
        <p:nvSpPr>
          <p:cNvPr id="41" name="Shape 31"/>
          <p:cNvSpPr/>
          <p:nvPr/>
        </p:nvSpPr>
        <p:spPr>
          <a:xfrm>
            <a:off x="548640" y="9235440"/>
            <a:ext cx="6464808" cy="502920"/>
          </a:xfrm>
          <a:prstGeom prst="roundRect">
            <a:avLst>
              <a:gd name="adj" fmla="val 18182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808" y="9363456"/>
            <a:ext cx="246888" cy="246888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1143000" y="9235440"/>
            <a:ext cx="5687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Speeltijd (als de module aan staat): de app maakt een eerlijk wisselschema. Tijdens de wedstrijd tik je op Volgend blok.</a:t>
            </a:r>
            <a:endParaRPr lang="en-US" sz="1050" dirty="0"/>
          </a:p>
        </p:txBody>
      </p:sp>
      <p:sp>
        <p:nvSpPr>
          <p:cNvPr id="44" name="Text 33"/>
          <p:cNvSpPr txBox="1"/>
          <p:nvPr/>
        </p:nvSpPr>
        <p:spPr>
          <a:xfrm>
            <a:off x="548640" y="992124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Vragen? Neem contact op met de HJO.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SC Buitenveldert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 werkt ClubComm voor teamleiders</dc:title>
  <dc:subject>PptxGenJS Presentation</dc:subject>
  <dc:creator>PptxGenJS</dc:creator>
  <cp:lastModifiedBy>PptxGenJS</cp:lastModifiedBy>
  <cp:revision>1</cp:revision>
  <dcterms:created xsi:type="dcterms:W3CDTF">2026-09-23T10:37:24Z</dcterms:created>
  <dcterms:modified xsi:type="dcterms:W3CDTF">2026-09-23T10:37:24Z</dcterms:modified>
</cp:coreProperties>
</file>