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Doel van deze presentatie: het bestuur laten zien wat ClubComm is en akkoord vragen voor een pilot met 3 à 4 onderbouwteams.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 voor een pilot in de onderbouw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Buitenveldert · bestuur · najaar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elke week zien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Herkenbaar voor bijna elke amateurclub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51660" cy="3017520"/>
          </a:xfrm>
          <a:prstGeom prst="roundRect">
            <a:avLst>
              <a:gd name="adj" fmla="val 493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23160"/>
            <a:ext cx="1394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afgemeld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3944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Kinderen komen niet, zonder bericht. De trainer weet pas op het veld wie er is.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83180" y="1463040"/>
            <a:ext cx="1851660" cy="3017520"/>
          </a:xfrm>
          <a:prstGeom prst="roundRect">
            <a:avLst>
              <a:gd name="adj" fmla="val 493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11780" y="1737360"/>
            <a:ext cx="548640" cy="54864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4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1780" y="2423160"/>
            <a:ext cx="1394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via WhatsApp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11780" y="3017520"/>
            <a:ext cx="13944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Afmeldingen, vervoer en taken in drukke groepen. Informatie raakt zoek.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09160" y="1463040"/>
            <a:ext cx="1851660" cy="3017520"/>
          </a:xfrm>
          <a:prstGeom prst="roundRect">
            <a:avLst>
              <a:gd name="adj" fmla="val 493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874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37760" y="2423160"/>
            <a:ext cx="1394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Steeds dezelfde ouders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3017520"/>
            <a:ext cx="13944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paar gezinnen doen het meeste werk. Landelijk: 78% van de clubs heeft genoeg vrijwilligers, was 85% (Mulier, 2021–2023).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35140" y="1463040"/>
            <a:ext cx="1851660" cy="3017520"/>
          </a:xfrm>
          <a:prstGeom prst="roundRect">
            <a:avLst>
              <a:gd name="adj" fmla="val 493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63740" y="1737360"/>
            <a:ext cx="548640" cy="54864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18745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63740" y="2423160"/>
            <a:ext cx="1394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Opvolging zit in hoofden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063740" y="3017520"/>
            <a:ext cx="13944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belt als een kind vaak ontbreekt? Wie weet dat een trainer vaak afzegt? Niets wordt vastgelegd.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plek voor de jeugd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telefoon, zonder wachtwoord, voor ouders, trainers, teamleiders, coördinatoren en de HJO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signaleert, communiceert en documenteert. </a:t>
            </a:r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beslissen. Geen automatische straffen.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28232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69748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Signaleren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337560"/>
            <a:ext cx="249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vaak afwezig, wie meldt te laat af, welk team zakt weg, waar blijven taken open.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2320" y="2697480"/>
            <a:ext cx="502920" cy="50292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28232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62400" y="269748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Communiceren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322320" y="3337560"/>
            <a:ext cx="249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met één tik, berichten per team, vaste berichten bij vakanties, trainingen in de eigen agenda.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7440" y="2697480"/>
            <a:ext cx="502920" cy="50292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170" y="28232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27520" y="269748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Documenteren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187440" y="3337560"/>
            <a:ext cx="249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Gesprekken, afspraken en beoordelingen staan op één plek, ook als een trainer wisselt.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3096" y="356616"/>
            <a:ext cx="2258568" cy="440740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user/Clubcomm/docs/bestuur/shots/ou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411480"/>
            <a:ext cx="2148840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ouders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in 10 seconden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36776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600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9476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elke training en wedstrijd, met reden. Zie tot wanneer het op tijd is. Ook voor een periode (vakantie) of langdurig (blessure).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60904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243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Vervoer en taken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Plek in de auto aanbieden of vragen. Helpen met één tik; "kan niet" mag ook.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484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kind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9959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Aanwezigheid, kaarten en beoordeling van alleen je eigen kind. Nooit een ranglijst.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3096" y="356616"/>
            <a:ext cx="2258568" cy="440740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user/Clubcomm/docs/bestuur/shots/trai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411480"/>
            <a:ext cx="2148840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trainers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Weten wie er komt, en wie aandacht nodig heeft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36776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600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9476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Opnemen op het veld; ClubComm telt en rekent zelf.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60904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243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 vaak afwezig of te laat? ClubComm zegt wanneer bellen verstandig is, met bel- en appknop.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484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9959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beoordelingsmomenten met een ontwikkelgesprek (ouder én kind erbij).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3096" y="356616"/>
            <a:ext cx="2258568" cy="440740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user/Clubcomm/docs/bestuur/shots/teamle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411480"/>
            <a:ext cx="2148840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teamleiders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Regelen zonder rondbellen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36776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600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Wedstrijddag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9476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Vervoer en taken per wedstrijd in één overzicht; open plekken en taken vallen op.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60904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243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 verdelen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 welke gezinnen meehelpen en wie je persoonlijk kunt vragen.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484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ouders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9959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Aanmelden via QR-code; de teamleider keurt goed.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3096" y="356616"/>
            <a:ext cx="2258568" cy="440740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home/user/Clubcomm/docs/bestuur/shots/h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411480"/>
            <a:ext cx="2148840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coördinator en HJO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zonder waslijst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36776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600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doen en ter informatie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9476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wat bij jou ligt staat bij Te doen; de rest lees je en tik je weg.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60904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243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de coördinator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Spelerzaken lopen via trainer en coördinator. De HJO ziet ze als ze blijven liggen of ernstig zijn.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292608" cy="292608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484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Inzicht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9959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 per team en groep, redenen, trainers opvolgen en bedanken.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herinnering tot gesprek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fase van de competitie begint de teller opnieuw. Mensen beslissen elke stap.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536192" cy="685800"/>
          </a:xfrm>
          <a:prstGeom prst="roundRect">
            <a:avLst>
              <a:gd name="adj" fmla="val 10667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Herinneren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231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keer: een vriendelijke herinnering, geen punten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30552" y="1600200"/>
            <a:ext cx="1536192" cy="685800"/>
          </a:xfrm>
          <a:prstGeom prst="roundRect">
            <a:avLst>
              <a:gd name="adj" fmla="val 10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0552" y="160020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Kaart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24231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laat afgemeld: geel. Te laat gekomen: oranje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03904" y="1600200"/>
            <a:ext cx="1536192" cy="685800"/>
          </a:xfrm>
          <a:prstGeom prst="roundRect">
            <a:avLst>
              <a:gd name="adj" fmla="val 10667"/>
            </a:avLst>
          </a:prstGeom>
          <a:solidFill>
            <a:srgbClr val="EA8A0C"/>
          </a:solidFill>
          <a:ln w="12700">
            <a:solidFill>
              <a:srgbClr val="EA8A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60020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Bellen of appen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24231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drempel: trainer of coördinator belt de ouder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77256" y="1600200"/>
            <a:ext cx="1536192" cy="685800"/>
          </a:xfrm>
          <a:prstGeom prst="roundRect">
            <a:avLst>
              <a:gd name="adj" fmla="val 10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77256" y="160020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Gesprek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22976" y="24231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Gaat het door: persoonlijk gesprek met ouders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50608" y="1600200"/>
            <a:ext cx="1536192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50608" y="160020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Clubbesluit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96328" y="24231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als het echt niet anders kan, met het bestuur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Drempels (afmeldtermijn, aantal kaarten, zones) stelt de club zelf in. ClubComm legt vast wie wanneer contact had, zodat het niet afhangt van één persoon.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club bepaalt hoe het werkt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vaste werkwijze: ClubComm past zich aan de club aan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463040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per rol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847088"/>
            <a:ext cx="3268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bestuur bepaalt wie wat doet: bellen, gesprekken, trainers begeleiden. De clubbeheerder vinkt het aan; altijd aan te passen.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32020" y="1463040"/>
            <a:ext cx="502920" cy="50292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5887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17820" y="1463040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Coördinatoren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17820" y="1847088"/>
            <a:ext cx="3268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Optioneel een laag tussen trainer en HJO, per groep teams (bijv. O6–O9, O10–O12).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0518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926080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ziet wat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310128"/>
            <a:ext cx="3268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zien alleen hun eigen kind. De teamleider (vaak ook ouder) ziet geen beoordelingen of gespreksnotities.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32020" y="2926080"/>
            <a:ext cx="502920" cy="502920"/>
          </a:xfrm>
          <a:prstGeom prst="ellipse">
            <a:avLst/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0518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17820" y="2926080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Waardering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417820" y="3310128"/>
            <a:ext cx="3268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en teamleiders krijgen erkenning bij mijlpalen; de HJO kan ze met één tik bedanken.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Voorstel: klein beginnen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pilot in de onderbouw, met enthousiaste trainers en teamleiders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29840" cy="1737360"/>
          </a:xfrm>
          <a:prstGeom prst="roundRect">
            <a:avLst>
              <a:gd name="adj" fmla="val 5263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252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bijv. O8, 2× O10, O12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07080" y="1463040"/>
            <a:ext cx="2529840" cy="1737360"/>
          </a:xfrm>
          <a:prstGeom prst="roundRect">
            <a:avLst>
              <a:gd name="adj" fmla="val 5263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7080" y="1645920"/>
            <a:ext cx="252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fase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07080" y="242316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weken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07080" y="27432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vanaf 20 januari 2027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56960" y="1463040"/>
            <a:ext cx="2529840" cy="1737360"/>
          </a:xfrm>
          <a:prstGeom prst="roundRect">
            <a:avLst>
              <a:gd name="adj" fmla="val 5263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56960" y="1645920"/>
            <a:ext cx="252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156960" y="242316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aanspreekpunt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56960" y="27432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vragen van ouders en staf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melden zich aan via een QR-code bij de training; per rol is er een korte handleiding.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gaat alleen nog via ClubComm; de teamgroep blijft voor de gezelligheid.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Evaluatie: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halverwege en aan het einde, met ouders, trainers en teamleiders.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is de pilot geslaagd?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Voorstel, samen vast te stellen voor de start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516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851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577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spelers heeft een gekoppelde ouder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83180" y="1463040"/>
            <a:ext cx="18516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3180" y="1600200"/>
            <a:ext cx="1851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20340" y="2331720"/>
            <a:ext cx="1577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afmeldingen gaat via ClubComm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18516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600200"/>
            <a:ext cx="1851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331720"/>
            <a:ext cx="1577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trainingen heeft aanwezigheid opgenomen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35140" y="1463040"/>
            <a:ext cx="18516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35140" y="1600200"/>
            <a:ext cx="1851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72300" y="2331720"/>
            <a:ext cx="1577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berichten is binnen 24 uur gelezen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918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minstens zo belangrijk: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"Niet afgemeld en niet gekomen" daalt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open taken op wedstrijddagen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en teamleiders zeggen: het scheelt me tijd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er nog nodig?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demo laat zien hoe het werkt; voor echte gebruikers is dit nodig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417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Techniek (± 4–6 weken bouwen)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database en inloggen met een code per e-mail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Rechten afgedwongen door de server, niet alleen door het scherm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Meldingen (push en e-mail), bijv. bij afgelasting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op een eigen adres, te installeren op de telefoon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staf en speelschema van de pilotteams invoeren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15316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49240" y="1417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(AVG): vóór de start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Privacyverklaring voor ouders, toestemming bij aanmelden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Verwerkersovereenkomst; opslag in de EU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Bewaartermijnen: wat gebeurt er na het seizoen of bij stoppen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medische gegevens; alleen "ziek" of "blessure"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Afstemmen met de privacyverantwoordelijke van de club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vragen we van het bestuur?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Akkoord op een pilot met 3–4 onderbouwteams in fase 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65760" cy="36576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642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taakverdeling: welke rol doet wat (trainer, teamleider, coördinator, HJO)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311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Afspraken over privacy en een contactpersoon daarvoor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980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teams meedoen, en één aanspreekpunt bij de club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8229600" cy="0"/>
          </a:xfrm>
          <a:prstGeom prst="line">
            <a:avLst/>
          </a:prstGeom>
          <a:noFill/>
          <a:ln w="25400">
            <a:solidFill>
              <a:srgbClr val="C9D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657600"/>
            <a:ext cx="219456" cy="219456"/>
          </a:xfrm>
          <a:prstGeom prst="ellipse">
            <a:avLst/>
          </a:prstGeom>
          <a:solidFill>
            <a:srgbClr val="0D88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bekijken, feedback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04872" y="3657600"/>
            <a:ext cx="219456" cy="219456"/>
          </a:xfrm>
          <a:prstGeom prst="ellipse">
            <a:avLst/>
          </a:prstGeom>
          <a:solidFill>
            <a:srgbClr val="0D88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3736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akkoord, taakverdeling, privacy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62272" y="3657600"/>
            <a:ext cx="219456" cy="219456"/>
          </a:xfrm>
          <a:prstGeom prst="ellipse">
            <a:avLst/>
          </a:prstGeom>
          <a:solidFill>
            <a:srgbClr val="0D88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9476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dec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versie bouwen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19672" y="3657600"/>
            <a:ext cx="219456" cy="219456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januari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pilot (fase 3)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77072" y="3657600"/>
            <a:ext cx="219456" cy="219456"/>
          </a:xfrm>
          <a:prstGeom prst="ellipse">
            <a:avLst/>
          </a:prstGeom>
          <a:solidFill>
            <a:srgbClr val="0D88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evaluatie en besluit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· SC Buitenveldert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Probeer het zelf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286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demo kun je inloggen als ouder, trainer, teamleider, coördinator of HJO. Alles is voorbeelddata; er staan geen echte gegevens in.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link naar de demo ontvang je via de pilotcoördinator.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 Graag!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ClubComm – voorstel pilot</dc:title>
  <dc:subject>PptxGenJS Presentation</dc:subject>
  <dc:creator>ClubComm</dc:creator>
  <cp:lastModifiedBy>ClubComm</cp:lastModifiedBy>
  <cp:revision>1</cp:revision>
  <dcterms:created xsi:type="dcterms:W3CDTF">2026-09-23T22:09:04Z</dcterms:created>
  <dcterms:modified xsi:type="dcterms:W3CDTF">2026-09-23T22:09:04Z</dcterms:modified>
</cp:coreProperties>
</file>