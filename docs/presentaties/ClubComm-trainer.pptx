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Weten wie er komt, aanwezigheid bijhouden, eerlijk wisselen en contact met ouders.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RKSV DCG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r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trainer in ClubComm?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neemt het regelwerk over. Jij houdt de aanwezigheid bij en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 aftikken wie er is. De app telt en rekent zelf.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Vaak afwezig of niet afgemeld? Je krijgt een signaal en belt of appt de ouder.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verplaatsen, extra training of oefenwedstrijd. Ouders krijgen direct bericht.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Eerlijk wisselen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app maakt een wisselschema; jij past het aan.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het team of één ouder, met zien wie het gelezen heeft.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 en ontwikkelgesprekken op vaste momenten in het seizoen.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komt er vandaag?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je eerstvolgende training met het aantal spelers.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komen, en wie is afgemeld met welke reden.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jij moet doen: aanwezigheid opnemen, een ouder bellen, materiaal controleren.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opnemen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die niet is afgemeld, staat al op aanwezig.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naam om te wisselen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 → te laat → afwezig.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Opslaan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Kaarten en percentages volgen vanzelf. Ouders krijgen zo nodig een herinnering.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Vergist?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Corrigeren kan tot 48 uur na de start.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aanwezighe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speler zie je de aanwezigheid van dit seizoen, apart voor trainingen en wedstrijden.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Kleur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Groen gaat goed, oranje let op, rood: even contact met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Signaal op Home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of een patroon (bijv. vaak op dezelfde dag weg) krijg je een signaal.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beslist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 of app de ouder, of tik op Geen actie nodig. ClubComm straft niet automatisch.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l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ouder bellen of appen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voor de contactkaart.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het vast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Contact vastleggen, met een korte notitie. Zo weet de club wat er is afgesproken.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spe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aanpassen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Wijzigingen doe je zelf. Ouders krijgen direct een bericht.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wat je wilt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 of veld wijzigen, afgelasten, extra training, oefenwedstrijd of activiteit.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Datum, tijd en veld (of tegenstander).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Opslaan en ouders informeren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en HJO krijgen een melding ter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oefenwedstrijd telt mee voor het wisselschema en de eerlijke speeltijd.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r-plan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wisselschema maken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de wedstrijd maakt de app een eerlijk voorstel.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hoeveel minuten wissel je?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stelt het advies in (O12: per blok van 15 minuten). Jij mag per wedstrijd afwijken.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Maak 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minder speelde, krijgt voorrang. De keeper wisselt per week.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mag iemand bewust een blok minder geven, bijv. na weinig trainen.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elt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aanpassen en wisselen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 is een begin: jij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vakje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een speler in of uit dat blok. Rechts zie je de minuten per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op de telling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Onderaan staat per blok hoeveel spelers in het veld staan; rood als het niet klopt.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Tijdens 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of de timekeeper tikt op Volgend blok. Na afloop: Wedstrijd klaar: bevestigen.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ch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je team (nog) geen teamleider? Dan doe jij dit.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→ Ouders uitnodigen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link in de teamgroep of laat de QR-code zien op het veld.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Aanmeldingen goedkeuren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verschijnen op Home. Tik op Goedkeuren.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uitnodi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op één plek, met zien wie het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Groep, persoonlijk, trainingswijziging of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voor iets van vandaag of morgen: staat bovenaan en gaat altijd ook per e-mail.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berich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HET SEIZOEN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komt er nog?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per seizoen, passend bij de leeftijd. Ouders zien alleen hun eigen kind.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het beoordelen plan je een gesprek met ouder en kind. Ouders kiezen zelf een tijd.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Materiaal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start controleer en teken je voor ballen, hesjes en de EHBO-tas.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afwezig?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 het in de app. Dan kan de club op tijd een vervanger regelen.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HJO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trainers</dc:title>
  <dc:subject>PptxGenJS Presentation</dc:subject>
  <dc:creator>PptxGenJS</dc:creator>
  <cp:lastModifiedBy>PptxGenJS</cp:lastModifiedBy>
  <cp:revision>1</cp:revision>
  <dcterms:created xsi:type="dcterms:W3CDTF">2026-09-25T19:16:24Z</dcterms:created>
  <dcterms:modified xsi:type="dcterms:W3CDTF">2026-09-25T19:16:24Z</dcterms:modified>
</cp:coreProperties>
</file>