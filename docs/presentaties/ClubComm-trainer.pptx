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Weten wie er komt, aanwezigheid bijhouden, eerlijk wisselen en contact met ouders.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RKSV DCG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tr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JOUW 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doe je als trainer in ClubComm?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neemt het regelwerk over. Jij houdt de aanwezigheid bij en beslist.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veld aftikken wie er is. De app telt en rekent zelf.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opvolgen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Vaak afwezig of niet afgemeld? Je krijgt een signaal en belt of appt de ouder.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verplaatsen, extra training of oefenwedstrijd. Ouders krijgen direct bericht.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Eerlijk wisselen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app maakt een wisselschema; jij past het aan.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4367784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2" name="Shape 16"/>
          <p:cNvSpPr/>
          <p:nvPr/>
        </p:nvSpPr>
        <p:spPr>
          <a:xfrm>
            <a:off x="4596384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2688" y="4764024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327904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 het team of één ouder, met zien wie het gelezen heeft.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8095488" y="43891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26" name="Shape 19"/>
          <p:cNvSpPr/>
          <p:nvPr/>
        </p:nvSpPr>
        <p:spPr>
          <a:xfrm>
            <a:off x="8324088" y="46177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392" y="4764024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055608" y="45720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Ontwikkeling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Beoordelen en ontwikkelgesprekken op vaste momenten in het seizoen.</a:t>
            </a:r>
            <a:endParaRPr lang="en-US" sz="17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komt er vandaag?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Home staat je eerstvolgende training met het aantal spelers.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 spelers komen, en wie is afgemeld met welke reden.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wat jij moet doen: aanwezigheid opnemen, een ouder bellen, materiaal controleren.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HET VELD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 opnemen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Iedereen die niet is afgemeld, staat al op aanwezig.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naam om te wisselen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 → te laat → afwezig.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Opslaan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Kaarten en percentages volgen vanzelf. Ouders krijgen zo nodig een herinnering.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Vergist?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Corrigeren kan tot 48 uur na de start.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aanwezighe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opvolgen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speler zie je de aanwezigheid van dit seizoen, apart voor trainingen en wedstrijden.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Kleur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Groen gaat goed, oranje let op, rood: even contact met de ouder.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Signaal op Home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rood of een patroon (bijv. vaak op dezelfde dag weg) krijg je een signaal.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beslist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 of app de ouder, of tik op Geen actie nodig. ClubComm straft niet automatisch.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pel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ouder bellen of appen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speler voor de contactkaart.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Bel, app of 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knoppen naast de ouder.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 het vast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Contact vastleggen, met een korte notitie. Zo weet de club wat er is afgesproken.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spel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aanpassen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Wijzigingen doe je zelf. Ouders krijgen direct een bericht.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wat je wilt doen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verplaatsen of veld wijzigen, afgelasten, extra training, oefenwedstrijd of activiteit.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de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Datum, tijd en veld (of tegenstander).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Opslaan en ouders informeren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 en HJO krijgen een melding ter informatie.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oefenwedstrijd telt mee voor het wisselschema en de eerlijke speeltijd.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r-plann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SPEELTIJD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wisselschema maken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Vóór de wedstrijd maakt de app een eerlijk voorstel.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de hoeveel minuten wissel je?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 stelt het advies in (O12: per blok van 15 minuten). Jij mag per wedstrijd afwijken.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Maak wisselschema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minder speelde, krijgt voorrang. De keeper wisselt per week.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mag iemand bewust een blok minder geven, bijv. na weinig trainen.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peeltij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SPEELTIJD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aanpassen en wisselen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voorstel is een begin: jij beslist.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vakje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een speler in of uit dat blok. Rechts zie je de minuten per speler.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op de telling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Onderaan staat per blok hoeveel spelers in het veld staan; rood als het niet klopt.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Tijdens de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of de timekeeper tikt op Volgend blok. Na afloop: Wedstrijd klaar: bevestigen.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r-sche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Heeft je team (nog) geen teamleider? Dan doe jij dit.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 → Ouders uitnodigen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de link in de teamgroep of laat de QR-code zien op het veld.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Aanmeldingen goedkeuren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 verschijnen op Home. Tik op Goedkeuren.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uitnodig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op één plek, met zien wie het gelezen heeft.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 bericht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Groep, persoonlijk, trainingswijziging of herinnering.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voor iets van vandaag of morgen: staat bovenaan en gaat altijd ook per e-mail.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tr-bericht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HET SEIZOEN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komt er nog?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Beoordelen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keer per seizoen, passend bij de leeftijd. Ouders zien alleen hun eigen kind.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Ontwikkelgesprek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het beoordelen plan je een gesprek met ouder en kind. Ouders kiezen zelf een tijd.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Materiaal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de start controleer en teken je voor ballen, hesjes en de EHBO-tas.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afwezig?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 het in de app. Dan kan de club op tijd een vervanger regelen.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trainers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of iets werkt niet?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app: Profiel → Feedback of een probleem melden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vraag het de HJO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trainers</dc:title>
  <dc:subject>PptxGenJS Presentation</dc:subject>
  <dc:creator>PptxGenJS</dc:creator>
  <cp:lastModifiedBy>PptxGenJS</cp:lastModifiedBy>
  <cp:revision>1</cp:revision>
  <dcterms:created xsi:type="dcterms:W3CDTF">2026-09-26T13:50:27Z</dcterms:created>
  <dcterms:modified xsi:type="dcterms:W3CDTF">2026-09-26T13:50:27Z</dcterms:modified>
</cp:coreProperties>
</file>