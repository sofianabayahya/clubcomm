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7830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van het team op één plek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6060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O12 talententeam · RKSV DCG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31520" y="342900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354787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3429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in 10 seconden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09651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77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Tijden, velden en adressen altijd bij de hand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731520" y="45262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464515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526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 rijden en meehelpen, zonder appgedoe</a:t>
            </a:r>
            <a:endParaRPr lang="en-US" sz="1800" dirty="0"/>
          </a:p>
        </p:txBody>
      </p:sp>
      <p:sp>
        <p:nvSpPr>
          <p:cNvPr id="15" name="Shape 9"/>
          <p:cNvSpPr/>
          <p:nvPr/>
        </p:nvSpPr>
        <p:spPr>
          <a:xfrm>
            <a:off x="731520" y="5257800"/>
            <a:ext cx="4206240" cy="5486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16" name="Text 10"/>
          <p:cNvSpPr txBox="1"/>
          <p:nvPr/>
        </p:nvSpPr>
        <p:spPr>
          <a:xfrm>
            <a:off x="731520" y="52578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Aanmelden duurt 1 minuut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4" descr="/home/user/Clubcomm/docs/presentaties/beelden/ou-hom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meldt je één keer aan via de uitnodiging van het team.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de link in de teamgroep of de QR-code bij de training.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e-mailadres, je naam en de naam van je kind. Vink de privacyverklaring aan.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teamleider keurt goed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Daarna kun je inloggen.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ouders? Meld je allebei aan met je eigen e-mailadres. Dan krijgen jullie allebei de berichten.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aan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code per e-mail. Daarna blijf je ingelogd.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mijnclubcomm.nl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e-mailadres in en tik op Stuur mij een inlogcode.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de code over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mail met een code van 6 cijfers. Typ die over in de app.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ClubComm op je beginscherm (iPhone: Delen → Zet op beginscherm). Log daarna in via het icoon en typ de code van 6 cijfers uit de mail over.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inlogg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voor jouw kind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Bovenaan wat jouw aandacht vraagt, daaronder het programma.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bericht van de trainer, een open taak of een kind dat vervoer zoekt.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Trainingen en wedstrijden van de komende tijd, met tot wanneer je kunt afmelden.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BELANGRIJKSTE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kind wordt bij elke training en wedstrijd verwacht, tenzij je afmeldt.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Afmelden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de training of wedstrijd op Home of in de Planning.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een reden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Bijvoorbeeld ziek, blessure of familie. De trainer ziet het direct.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tijd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uiterlijk 3 uur van tevoren. Wedstrijd: uiterlijk 24 uur van tevoren.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Langer weg door een blessure of vakantie? Meld een periode af, dan hoeft het niet per training.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ou-af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AFSPRAKEN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werken de kaarten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als op het veld. De trainer beslist altijd zelf wat hij ermee doet.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Eerst een herinnering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Vergeten af te melden? De eerste keer krijg je een vriendelijke herinnering.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laat afgemeld: geel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keer geel is rood. Ziek geworden op de dag zelf telt niet.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afgemeld: rood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rood neemt de trainer even contact met je op.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ou-kaart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programma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trainingen en wedstrijden per week.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activiteit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tijd, veld of adres, en je kunt afmelden.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Uitwedstrijd?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Route open je de navigatie naar het sportpark.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plan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VERVOER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 rijden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uitwedstrijden regel je samen wie rijdt.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Plek over?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bij een kind dat vervoer zoekt op Kan met mij mee.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geen vervoer?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Ik zoek vervoer. De andere ouders zien je vraag.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vervo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Meehelpen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elke wedstrijd zijn er een paar taken, zoals timekeeper of spelbegeleider.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doe het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Neem een taak met één tik.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niet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 ook. Dan weet de teamleider dat hij iemand anders moet vragen.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tak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Nieuws van het team en de club, en persoonlijke berichten.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 en Nieuws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tabbladen, zodat je belangrijke berichten niet mist.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Vraag aan trainer of teamleider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 je vraag in de app; zij zien hem meteen.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Belangrijke en urgente berichten krijg je ook per e-mail.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ou-beric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Veilig en alleen wat nodig 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je eigen kind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de aanwezigheid en kaarten van je eigen kind. Nooit die van andere kinderen, nooit een ranglijst.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 is verantwoordelijk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gegevens staan veilig in Europa. Lees de privacyverklaring in de app (Profiel).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medische gegevens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een afmelding kies je alleen een reden, zoals ziek of blessure. Details zijn niet nodig.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stoppen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kunt je kind uitschrijven en je account verwijderen in het profiel.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 je vraag aan de teamleider of trainer, in de app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Iets werkt niet? Profiel → Feedback of een probleem melden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ouders</dc:title>
  <dc:subject>PptxGenJS Presentation</dc:subject>
  <dc:creator>PptxGenJS</dc:creator>
  <cp:lastModifiedBy>PptxGenJS</cp:lastModifiedBy>
  <cp:revision>1</cp:revision>
  <dcterms:created xsi:type="dcterms:W3CDTF">2026-09-25T19:16:24Z</dcterms:created>
  <dcterms:modified xsi:type="dcterms:W3CDTF">2026-09-25T19:16:24Z</dcterms:modified>
</cp:coreProperties>
</file>