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ubcomm/public/assets/clubcomm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737360" y="8686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78308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van het team op één plek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260604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ouders · O12 talententeam · RKSV DCG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731520" y="3429000"/>
            <a:ext cx="457200" cy="45720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354787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34290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Afmelden in 10 seconden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731520" y="3977640"/>
            <a:ext cx="457200" cy="45720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4096512"/>
            <a:ext cx="219456" cy="21945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71600" y="39776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Tijden, velden en adressen altijd bij de hand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731520" y="4526280"/>
            <a:ext cx="457200" cy="45720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" y="4645152"/>
            <a:ext cx="219456" cy="219456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71600" y="45262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Samen rijden en meehelpen, zonder appgedoe</a:t>
            </a:r>
            <a:endParaRPr lang="en-US" sz="1800" dirty="0"/>
          </a:p>
        </p:txBody>
      </p:sp>
      <p:sp>
        <p:nvSpPr>
          <p:cNvPr id="15" name="Shape 9"/>
          <p:cNvSpPr/>
          <p:nvPr/>
        </p:nvSpPr>
        <p:spPr>
          <a:xfrm>
            <a:off x="731520" y="5257800"/>
            <a:ext cx="4206240" cy="54864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/>
        </p:spPr>
      </p:sp>
      <p:sp>
        <p:nvSpPr>
          <p:cNvPr id="16" name="Text 10"/>
          <p:cNvSpPr txBox="1"/>
          <p:nvPr/>
        </p:nvSpPr>
        <p:spPr>
          <a:xfrm>
            <a:off x="731520" y="525780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Aanmelden duurt 1 minuut</a:t>
            </a:r>
            <a:endParaRPr lang="en-US" sz="1600" dirty="0"/>
          </a:p>
        </p:txBody>
      </p:sp>
      <p:sp>
        <p:nvSpPr>
          <p:cNvPr id="17" name="Shape 11"/>
          <p:cNvSpPr/>
          <p:nvPr/>
        </p:nvSpPr>
        <p:spPr>
          <a:xfrm>
            <a:off x="85039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2A4A7A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8" name="Image 4" descr="/home/user/Clubcomm/docs/presentaties/beelden/ou-home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3648" y="521208"/>
            <a:ext cx="2907792" cy="58155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STAP 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Aanmelden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meldt je één keer aan via de uitnodiging van het team.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de uitnodiging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de link in de teamgroep of de QR-code bij de training.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0156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01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38328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 je gegevens in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e-mailadres, je naam en de naam van je kind. Vink de privacyverklaring aan.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27024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270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25196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teamleider keurt goed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Daarna kun je inloggen.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40080" y="5532120"/>
            <a:ext cx="7040880" cy="777240"/>
          </a:xfrm>
          <a:prstGeom prst="roundRect">
            <a:avLst>
              <a:gd name="adj" fmla="val 14118"/>
            </a:avLst>
          </a:prstGeom>
          <a:solidFill>
            <a:srgbClr val="EAF4FE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751576"/>
            <a:ext cx="329184" cy="3291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325880" y="55778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ouders? Meld je allebei aan met je eigen e-mailadres. Dan krijgen jullie allebei de berichten.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8" name="Image 1" descr="/home/user/Clubcomm/docs/presentaties/beelden/aanmelde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ouders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STAP 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Inloggen zonder wachtwoord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krijgt een code per e-mail. Daarna blijf je ingelogd.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 naar mijnclubcomm.nl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 je e-mailadres in en tik op Stuur mij een inlogcode.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0156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01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38328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 de code over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krijgt een mail met een code van 6 cijfers. Typ die over in de app.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5532120"/>
            <a:ext cx="7040880" cy="777240"/>
          </a:xfrm>
          <a:prstGeom prst="roundRect">
            <a:avLst>
              <a:gd name="adj" fmla="val 14118"/>
            </a:avLst>
          </a:prstGeom>
          <a:solidFill>
            <a:srgbClr val="EAF4FE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751576"/>
            <a:ext cx="329184" cy="32918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325880" y="55778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Zet ClubComm op je beginscherm (iPhone: Delen, of ••• → Deel → Zet op beginscherm). Log daarna in via het icoon en typ de code van 6 cijfers uit de mail over.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1" descr="/home/user/Clubcomm/docs/presentaties/beelden/inlogge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ouders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voor jouw kind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Bovenaan wat jouw aandacht vraagt, daaronder het programma.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Actie nodig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bericht van de trainer, een open taak of een kind dat vervoer zoekt.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Trainingen en wedstrijden van de komende tijd, met tot wanneer je kunt afmelden.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2" name="Image 0" descr="/home/user/Clubcomm/docs/presentaties/beelden/ou-hom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ouders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BELANGRIJKSTE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Afmelden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kind wordt bij elke training en wedstrijd verwacht, tenzij je afmeldt.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Afmelden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 de training of wedstrijd op Home of in de Planning.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0156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01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38328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Kies een reden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Bijvoorbeeld ziek, blessure of familie. De trainer ziet het direct.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27024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270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25196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tijd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Training: uiterlijk 3 uur van tevoren. Wedstrijd: uiterlijk 24 uur van tevoren.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40080" y="5532120"/>
            <a:ext cx="7040880" cy="777240"/>
          </a:xfrm>
          <a:prstGeom prst="roundRect">
            <a:avLst>
              <a:gd name="adj" fmla="val 14118"/>
            </a:avLst>
          </a:prstGeom>
          <a:solidFill>
            <a:srgbClr val="EAF4FE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751576"/>
            <a:ext cx="329184" cy="3291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325880" y="55778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Langer weg door een blessure of vakantie? Meld een periode af, dan hoeft het niet per training.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8" name="Image 1" descr="/home/user/Clubcomm/docs/presentaties/beelden/ou-afmelde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ouders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AFSPRAKEN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 werken de kaarten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als op het veld. De trainer beslist altijd zelf wat hij ermee doet.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Eerst een herinnering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Vergeten af te melden? De eerste keer krijg je een vriendelijke herinnering.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 laat afgemeld: geel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keer geel is rood. Ziek geworden op de dag zelf telt niet.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616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3434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 afgemeld: rood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 rood neemt de trainer even contact met je op.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0" descr="/home/user/Clubcomm/docs/presentaties/beelden/ou-kaarte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ouders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programma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trainingen en wedstrijden per week.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een activiteit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ziet tijd, veld of adres, en je kunt afmelden.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Uitwedstrijd?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Route open je de navigatie naar het sportpark.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2" name="Image 0" descr="/home/user/Clubcomm/docs/presentaties/beelden/ou-plann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ouders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VERVOER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Samen rijden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 uitwedstrijden regel je samen wie rijdt.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Plek over?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bij een kind dat vervoer zoekt op Kan met mij mee.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Zelf geen vervoer?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Ik zoek vervoer. De andere ouders zien je vraag.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2" name="Image 0" descr="/home/user/Clubcomm/docs/presentaties/beelden/ou-vervo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ouders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Meehelpen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 elke wedstrijd zijn er een paar taken, zoals timekeeper of spelbegeleider.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doe het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Neem een taak met één tik.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 niet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 ook. Dan weet de teamleider dat hij iemand anders moet vragen.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2" name="Image 0" descr="/home/user/Clubcomm/docs/presentaties/beelden/ou-take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ouders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BERICHTEN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Berichten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Nieuws van het team en de club, en persoonlijke berichten.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Persoonlijk en Nieuws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tabbladen, zodat je belangrijke berichten niet mist.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Vraag aan trainer of teamleider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 je vraag in de app; zij zien hem meteen.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616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3434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Belangrijke en urgente berichten krijg je ook per e-mail.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0" descr="/home/user/Clubcomm/docs/presentaties/beelden/ou-beric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ouders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Veilig en alleen wat nodig is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1488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295144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21031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Alleen je eigen kind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ziet de aanwezigheid en kaarten van je eigen kind. Nooit die van andere kinderen, nooit een ranglijst.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31636" y="19202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9" name="Shape 6"/>
          <p:cNvSpPr/>
          <p:nvPr/>
        </p:nvSpPr>
        <p:spPr>
          <a:xfrm>
            <a:off x="6460236" y="21488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540" y="229514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91756" y="21031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club is verantwoordelijk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gegevens staan veilig in Europa. Lees de privacyverklaring in de app (Profiel).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640080" y="37490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3" name="Shape 9"/>
          <p:cNvSpPr/>
          <p:nvPr/>
        </p:nvSpPr>
        <p:spPr>
          <a:xfrm>
            <a:off x="868680" y="39776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4123944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600200" y="39319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medische gegevens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 een afmelding kies je alleen een reden, zoals ziek of blessure. Details zijn niet nodig.</a:t>
            </a:r>
            <a:endParaRPr lang="en-US" sz="1700" dirty="0"/>
          </a:p>
        </p:txBody>
      </p:sp>
      <p:sp>
        <p:nvSpPr>
          <p:cNvPr id="16" name="Shape 11"/>
          <p:cNvSpPr/>
          <p:nvPr/>
        </p:nvSpPr>
        <p:spPr>
          <a:xfrm>
            <a:off x="6231636" y="37490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7" name="Shape 12"/>
          <p:cNvSpPr/>
          <p:nvPr/>
        </p:nvSpPr>
        <p:spPr>
          <a:xfrm>
            <a:off x="6460236" y="39776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6540" y="4123944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191756" y="39319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Zelf stoppen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kunt je kind uitschrijven en je account verwijderen in het profiel.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ouders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ubcomm/public/assets/clubcomm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920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Vragen?</a:t>
            </a:r>
            <a:endParaRPr lang="en-US" sz="4000" dirty="0"/>
          </a:p>
        </p:txBody>
      </p:sp>
      <p:sp>
        <p:nvSpPr>
          <p:cNvPr id="4" name="Shape 1"/>
          <p:cNvSpPr/>
          <p:nvPr/>
        </p:nvSpPr>
        <p:spPr>
          <a:xfrm>
            <a:off x="731520" y="3108960"/>
            <a:ext cx="548640" cy="54864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246120"/>
            <a:ext cx="274320" cy="2743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508760" y="31089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 je vraag aan de teamleider of trainer, in de app</a:t>
            </a:r>
            <a:endParaRPr lang="en-US" sz="1800" dirty="0"/>
          </a:p>
        </p:txBody>
      </p:sp>
      <p:sp>
        <p:nvSpPr>
          <p:cNvPr id="7" name="Shape 3"/>
          <p:cNvSpPr/>
          <p:nvPr/>
        </p:nvSpPr>
        <p:spPr>
          <a:xfrm>
            <a:off x="731520" y="3886200"/>
            <a:ext cx="548640" cy="54864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023360"/>
            <a:ext cx="274320" cy="2743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508760" y="38862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Iets werkt niet? Profiel → Feedback of een probleem melden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ClubComm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ClubComm voor ouders</dc:title>
  <dc:subject>PptxGenJS Presentation</dc:subject>
  <dc:creator>PptxGenJS</dc:creator>
  <cp:lastModifiedBy>PptxGenJS</cp:lastModifiedBy>
  <cp:revision>1</cp:revision>
  <dcterms:created xsi:type="dcterms:W3CDTF">2026-09-26T13:50:27Z</dcterms:created>
  <dcterms:modified xsi:type="dcterms:W3CDTF">2026-09-26T13:50:27Z</dcterms:modified>
</cp:coreProperties>
</file>