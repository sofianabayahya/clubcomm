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planning, vervoer en berichten van het team. Op je telefoon.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 · RKSV DCG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meldt je één keer aan via de uitnodiging van het team.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uitnodiging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de link in de teamgroep of de QR-code bij de training.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gegevens 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e-mailadres, je naam en de naam van je kind. Vink de privacyverklaring aan.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teamleider keurt goed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 kun je inloggen.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ouders? Meld je allebei aan met je eigen e-mailadres. Dan krijgen jullie allebei de berichten.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aan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krijgt een code per e-mail. Daarna blijf je ingelogd.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naar mijnclubcomm.nl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je e-mailadres in en tik op Stuur mij een inlogcode.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de 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de knop in de mail, of typ de code van 6 cijfers over.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Zet ClubComm op je beginscherm. iPhone: Delen → Zet op beginscherm. Android: tik op ClubComm installeren.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1" descr="/home/user/Clubcomm/docs/presentaties/beelden/inlogg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voor jouw kind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Bovenaan wat jouw aandacht vraagt, daaronder het programma.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Actie nodig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bericht van de trainer, een open taak of een kind dat vervoer zoekt.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Trainingen en wedstrijden van de komende tijd, met tot wanneer je kunt afmelden.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BELANGRIJKSTE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kind wordt bij elke training en wedstrijd verwacht, tenzij je afmeldt.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Afmelden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de training of wedstrijd op Home of in de Planning.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0156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01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38328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een reden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Bijvoorbeeld ziek, blessure of familie. De trainer ziet het direct.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27024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251960"/>
            <a:ext cx="64008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tijd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uiterlijk 3 uur van tevoren. Wedstrijd: uiterlijk 24 uur van tevoren.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5532120"/>
            <a:ext cx="7040880" cy="777240"/>
          </a:xfrm>
          <a:prstGeom prst="roundRect">
            <a:avLst>
              <a:gd name="adj" fmla="val 14118"/>
            </a:avLst>
          </a:prstGeom>
          <a:solidFill>
            <a:srgbClr val="EAF4FE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751576"/>
            <a:ext cx="329184" cy="3291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5577840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Langer weg door een blessure of vakantie? Meld een periode af, dan hoeft het niet per training.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1" descr="/home/user/Clubcomm/docs/presentaties/beelden/ou-afmelde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AFSPRAKEN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werken de kaarten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als op het veld. De trainer beslist altijd zelf wat hij ermee doet.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een herinnering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Vergeten af te melden? De eerste keer krijg je een vriendelijke herinnering.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afgemeld: geel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keer geel is rood. Ziek geworden op de dag zelf telt niet.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afgemeld: rood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rood neemt de trainer even contact met je op.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kaart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programma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trainingen en wedstrijden per week.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een activiteit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tijd, veld of adres, en je kunt afmelden.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Uitwedstrijd?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Route open je de navigatie naar het sportpark.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plan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VERVOER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 rijden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uitwedstrijden regel je samen wie rijdt.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Plek over?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bij een kind dat vervoer zoekt op Kan met mij mee.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geen vervoer?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 op Ik zoek vervoer. De andere ouders zien je vraag.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vervo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Meehelpen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elke wedstrijd zijn er een paar taken, zoals timekeeper of spelbegeleider.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 doe het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Neem een taak met één tik.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 niet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 ook. Dan weet de teamleider dat hij iemand anders moet vragen.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2" name="Image 0" descr="/home/user/Clubcomm/docs/presentaties/beelden/ou-tak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Berichten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040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Nieuws van het team en de club, en persoonlijke berichten.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328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532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5146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Persoonlijk en Nieuws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tabbladen, zodat je belangrijke berichten niet mist.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290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Vraag aan trainer of teamleider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in de app; zij zien hem meteen.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4361688"/>
            <a:ext cx="420624" cy="420624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3616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343400"/>
            <a:ext cx="6400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Belangrijke en urgente berichten krijg je ook per e-mail.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753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home/user/Clubcomm/docs/presentaties/beelden/ou-beric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521208"/>
            <a:ext cx="2907792" cy="5815584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Veilig en alleen wat nodig 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Alleen je eigen kind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ziet de aanwezigheid en kaarten van je eigen kind. Nooit die van andere kinderen, nooit een ranglijst.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31636" y="19202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6460236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1756" y="21031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club is verantwoordelijk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gegevens staan veilig in Europa. Lees de privacyverklaring in de app (Profiel).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40080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68680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1239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00200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een afmelding kies je alleen een reden, zoals ziek of blessure. Details zijn niet nodig.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231636" y="374904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7" name="Shape 12"/>
          <p:cNvSpPr/>
          <p:nvPr/>
        </p:nvSpPr>
        <p:spPr>
          <a:xfrm>
            <a:off x="6460236" y="39776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1239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191756" y="393192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Zelf stoppen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kunt je kind uitschrijven en je account verwijderen in het profiel.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voor ouders ·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je vraag aan de teamleider of trainer, in de app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Iets werkt niet? Profiel → Feedback of een probleem melden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voor ouders</dc:title>
  <dc:subject>PptxGenJS Presentation</dc:subject>
  <dc:creator>PptxGenJS</dc:creator>
  <cp:lastModifiedBy>PptxGenJS</cp:lastModifiedBy>
  <cp:revision>1</cp:revision>
  <dcterms:created xsi:type="dcterms:W3CDTF">2026-09-25T10:22:20Z</dcterms:created>
  <dcterms:modified xsi:type="dcterms:W3CDTF">2026-09-25T10:22:20Z</dcterms:modified>
</cp:coreProperties>
</file>