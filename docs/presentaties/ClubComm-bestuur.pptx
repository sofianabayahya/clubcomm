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Doel: toestemming voor een pilot van 8 weken met het O12 talententeam.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Herkenbare problemen; laat het bestuur eigen voorbeelden noemen.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pilot draait in één team, zodat we snel leren en weinig risico 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club is verantwoordelijk voor de gegevens; ClubComm verwerkt ze in opdracht. Voor de pilot vragen we een contactpersoon voor privacyvragen.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ClubComm bij RKSV DCG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 en communicatie rond het jeugdvoetbal op één plek.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 aan het bestuur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elke week zien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 voor bijna elke amateurclub.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komen niet, zonder bericht. De trainer weet pas op het veld wie er is.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via WhatsApp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Afmeldingen, vervoer en taken in drukke groepen. Informatie raakt zoek.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Steeds dezelfde ouders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paar gezinnen doen het meeste werk; anderen worden nooit gevraagd.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Opvolging zit in hoofden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belt als een kind vaak ontbreekt? Afspraken worden nergens vastgelegd.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CLUBCOMM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ouders, trainers en teamleiders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telefoon, zonder wachtwoord. ClubComm signaleert en communiceert; mensen beslissen.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taken blijven open.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team, vaste berichten bij vakanties.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 en afspraken op één plek, ook als een trainer wisselt.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straffen: de club stelt de regels in (afmeldtermijnen, kaarten, wisselen) en trainers beslissen.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ZIET HET ERUIT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elke rol een eigen scherm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5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01168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vervoer, taken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43484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8" name="Image 1" descr="/home/user/Clubcomm/docs/presentaties/beelden/tr-aanwezighei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11680" cy="4023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665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 het veld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22960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11" name="Image 2" descr="/home/user/Clubcomm/docs/presentaties/beelden/tl-wedstrij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011680" cy="4023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613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beginnen: één team, acht weken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ouders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weken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en november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068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aanspreekpunt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en initiatiefnemer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oktober. Ouders melden zich aan via een link of QR-code; per rol is er een korte handleiding.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Oefenwedstrijden en competitie: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vanaf 31 oktober (fase 2), oefenwedstrijden al eerder.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gaat alleen nog via ClubComm; de teamgroep blijft voor de gezelligheid.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november, met ouders, teamleiders en trainer. Daarna besluit het bestuur over meer teams.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VEILIGHEID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van kinderen: zorgvuldig en in Europa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Geregeld voor de pilot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de EU (Frankfurt); e-mail via een Europese dienst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wat mag zien, controleert de database zelf: ouders alleen hun eigen kind, staf alleen het eigen team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wachtwoord, met een code per e-mail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Privacyverklaring in de app; aanmelden alleen met akkoord van de ouder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gegevens: bij afmelden alleen een reden, zoals "ziek" of "blessure"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back-up; ouders kunnen hun account zelf verwijderen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uitbreiding naar meer teams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tussen de club en ClubComm (en de gebruikte diensten)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Risicoanalyse (DPIA), omdat het om kinderen gaat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Bewaartermijnen: gegevens automatisch opruimen na het seizoen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Dagelijkse back-ups buiten de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club kost de pilot niets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€ 0 voor de club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 draait op gratis versies van de gebruikte diensten.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webadres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mijnclubcomm.nl: betaald door de initiatiefnemer (ongeveer € 10 per jaar).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zekerheid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Eventueel dagelijkse back-ups (ongeveer $ 25 per maand), ook door de initiatiefnemer.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uitbreiding naar meer teams of clubs bespreken we een vaste prijs per club per jaar.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is de pilot geslaagd?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Voorstel, samen vast te stellen voor de start.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spelers heeft een ouder in de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afmeldingen gaat via ClubComm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trainingen heeft de aanwezigheid ingevuld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berichten is binnen 24 uur gelezen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908792" cy="1463040"/>
          </a:xfrm>
          <a:prstGeom prst="roundRect">
            <a:avLst>
              <a:gd name="adj" fmla="val 7500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minstens zo belangrijk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"niet afgemeld en niet gekomen" · minder open taken op wedstrijddagen · trainer en teamleiders zeggen: het scheelt me tijd.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vragen we van het bestuur?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 voor de pilot met het O12 talententeam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contactpersoon voor privacyvragen van ouders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Akkoord dat de club verantwoordelijk is voor de gegevens en ClubComm ze verwerkt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evaluatiemoment eind november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4983480"/>
            <a:ext cx="8887968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4632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2072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pilot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21224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84064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competitie (fase 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43216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06056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5208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28048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over meer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 Probeer het zelf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met voorbeelddata: mijnclubcomm.nl/?demo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als ouder, trainer, teamleider of HJO. Er staan geen echte gegevens 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— pilot bij RKSV DCG</dc:title>
  <dc:subject>PptxGenJS Presentation</dc:subject>
  <dc:creator>PptxGenJS</dc:creator>
  <cp:lastModifiedBy>PptxGenJS</cp:lastModifiedBy>
  <cp:revision>1</cp:revision>
  <dcterms:created xsi:type="dcterms:W3CDTF">2026-09-26T13:50:27Z</dcterms:created>
  <dcterms:modified xsi:type="dcterms:W3CDTF">2026-09-26T13:50:27Z</dcterms:modified>
</cp:coreProperties>
</file>