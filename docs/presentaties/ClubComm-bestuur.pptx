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Doel: toestemming voor een pilot van 8 weken met het O12 talententeam.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Herkenbare problemen; laat het bestuur eigen voorbeelden noemen.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 pilot draait in één team, zodat we snel leren en weinig risico lopen.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 club is verantwoordelijk voor de gegevens; ClubComm verwerkt ze in opdracht. Voor de pilot vragen we een contactpersoon voor privacyvragen.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ubcomm/public/assets/clubcomm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73152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737360" y="8686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2103120"/>
            <a:ext cx="7132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ClubComm bij RKSV DCG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9319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Afmelden, planning en communicatie rond het jeugdvoetbal op één plek.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57607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Voorstel aan het bestuur · oktober 2026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85039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8" name="Image 1" descr="/home/user/Clubcomm/docs/presentaties/beelden/ou-hom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13648" y="521208"/>
            <a:ext cx="2907792" cy="581558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WAAROM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we elke week zien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Herkenbaar voor bijna elke amateurclub.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6032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2788920"/>
            <a:ext cx="566928" cy="566928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935224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00200" y="274320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Niet afgemeld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Kinderen komen niet, zonder bericht. De trainer weet pas op het veld wie er is.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6231636" y="256032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0" name="Shape 7"/>
          <p:cNvSpPr/>
          <p:nvPr/>
        </p:nvSpPr>
        <p:spPr>
          <a:xfrm>
            <a:off x="6460236" y="2788920"/>
            <a:ext cx="566928" cy="566928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6540" y="2935224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191756" y="274320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Alles via WhatsApp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Afmeldingen, vervoer en taken in drukke groepen. Informatie raakt zoek.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640080" y="438912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4" name="Shape 10"/>
          <p:cNvSpPr/>
          <p:nvPr/>
        </p:nvSpPr>
        <p:spPr>
          <a:xfrm>
            <a:off x="868680" y="4617720"/>
            <a:ext cx="566928" cy="566928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4764024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600200" y="457200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Steeds dezelfde ouders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paar gezinnen doen het meeste werk; anderen worden nooit gevraagd.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6231636" y="438912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8" name="Shape 13"/>
          <p:cNvSpPr/>
          <p:nvPr/>
        </p:nvSpPr>
        <p:spPr>
          <a:xfrm>
            <a:off x="6460236" y="4617720"/>
            <a:ext cx="566928" cy="566928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6540" y="4764024"/>
            <a:ext cx="274320" cy="2743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191756" y="457200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Opvolging zit in hoofden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belt als een kind vaak ontbreekt? Afspraken worden nergens vastgelegd.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· voorstel aan het bestuur van RKSV DCG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IS CLUBCOMM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Eén app voor ouders, trainers en teamleiders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de telefoon, zonder wachtwoord. ClubComm signaleert en communiceert; mensen beslissen.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6032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27889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935224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00200" y="274320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Signaleren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is vaak afwezig, wie meldt te laat af, welke taken blijven open.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367784" y="256032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0" name="Shape 7"/>
          <p:cNvSpPr/>
          <p:nvPr/>
        </p:nvSpPr>
        <p:spPr>
          <a:xfrm>
            <a:off x="4596384" y="27889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2688" y="2935224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27904" y="274320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Communiceren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Afmelden met één tik, berichten per team, vaste berichten bij vakanties.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8095488" y="256032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4" name="Shape 10"/>
          <p:cNvSpPr/>
          <p:nvPr/>
        </p:nvSpPr>
        <p:spPr>
          <a:xfrm>
            <a:off x="8324088" y="27889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0392" y="2935224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055608" y="274320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Vastleggen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Gesprekken en afspraken op één plek, ook als een trainer wisselt.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640080" y="5623560"/>
            <a:ext cx="10908792" cy="685800"/>
          </a:xfrm>
          <a:prstGeom prst="roundRect">
            <a:avLst>
              <a:gd name="adj" fmla="val 16000"/>
            </a:avLst>
          </a:prstGeom>
          <a:solidFill>
            <a:srgbClr val="EAF4FE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868680" y="56235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Geen automatische straffen: de club stelt de regels in (afmeldtermijnen, kaarten, wisselen) en trainers beslissen.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· voorstel aan het bestuur van RKSV DCG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 ZIET HET ERUIT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Voor elke rol een eigen scherm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194560" cy="4343400"/>
          </a:xfrm>
          <a:prstGeom prst="roundRect">
            <a:avLst>
              <a:gd name="adj" fmla="val 11667"/>
            </a:avLst>
          </a:prstGeom>
          <a:solidFill>
            <a:srgbClr val="0B2545"/>
          </a:solidFill>
          <a:ln/>
        </p:spPr>
      </p:sp>
      <p:pic>
        <p:nvPicPr>
          <p:cNvPr id="5" name="Image 0" descr="/home/user/Clubcomm/docs/presentaties/beelden/ou-hom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783080"/>
            <a:ext cx="2011680" cy="40233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971800" y="329184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Ouder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Afmelden, vervoer, taken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434840" y="1691640"/>
            <a:ext cx="2194560" cy="4343400"/>
          </a:xfrm>
          <a:prstGeom prst="roundRect">
            <a:avLst>
              <a:gd name="adj" fmla="val 11667"/>
            </a:avLst>
          </a:prstGeom>
          <a:solidFill>
            <a:srgbClr val="0B2545"/>
          </a:solidFill>
          <a:ln/>
        </p:spPr>
      </p:sp>
      <p:pic>
        <p:nvPicPr>
          <p:cNvPr id="8" name="Image 1" descr="/home/user/Clubcomm/docs/presentaties/beelden/tr-aanwezighei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1783080"/>
            <a:ext cx="2011680" cy="40233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766560" y="329184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Trainer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Aanwezigheid op het veld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8229600" y="1691640"/>
            <a:ext cx="2194560" cy="4343400"/>
          </a:xfrm>
          <a:prstGeom prst="roundRect">
            <a:avLst>
              <a:gd name="adj" fmla="val 11667"/>
            </a:avLst>
          </a:prstGeom>
          <a:solidFill>
            <a:srgbClr val="0B2545"/>
          </a:solidFill>
          <a:ln/>
        </p:spPr>
      </p:sp>
      <p:pic>
        <p:nvPicPr>
          <p:cNvPr id="11" name="Image 2" descr="/home/user/Clubcomm/docs/presentaties/beelden/tl-wedstrijd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783080"/>
            <a:ext cx="2011680" cy="402336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561320" y="329184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Teamleider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wedstrijd regelen</a:t>
            </a:r>
            <a:endParaRPr lang="en-US" sz="1800" dirty="0"/>
          </a:p>
        </p:txBody>
      </p:sp>
      <p:sp>
        <p:nvSpPr>
          <p:cNvPr id="13" name="Text 8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· voorstel aan het bestuur van RKSV DCG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VOORSTEL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 beginnen: één team, acht weken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2560320" cy="2011680"/>
          </a:xfrm>
          <a:prstGeom prst="roundRect">
            <a:avLst>
              <a:gd name="adj" fmla="val 5455"/>
            </a:avLst>
          </a:prstGeom>
          <a:solidFill>
            <a:srgbClr val="EAF4F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874520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8803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O12 talententeam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429000" y="1783080"/>
            <a:ext cx="2560320" cy="2011680"/>
          </a:xfrm>
          <a:prstGeom prst="roundRect">
            <a:avLst>
              <a:gd name="adj" fmla="val 5455"/>
            </a:avLst>
          </a:prstGeom>
          <a:solidFill>
            <a:srgbClr val="EAF4F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29000" y="1874520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28803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spelers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hun ouders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17920" y="1783080"/>
            <a:ext cx="2560320" cy="2011680"/>
          </a:xfrm>
          <a:prstGeom prst="roundRect">
            <a:avLst>
              <a:gd name="adj" fmla="val 5455"/>
            </a:avLst>
          </a:prstGeom>
          <a:solidFill>
            <a:srgbClr val="EAF4F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217920" y="1874520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0" y="28803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weken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oktober en november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006840" y="1783080"/>
            <a:ext cx="2560320" cy="2011680"/>
          </a:xfrm>
          <a:prstGeom prst="roundRect">
            <a:avLst>
              <a:gd name="adj" fmla="val 5455"/>
            </a:avLst>
          </a:prstGeom>
          <a:solidFill>
            <a:srgbClr val="EAF4F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006840" y="1874520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9006840" y="28803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aanspreekpunt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trainer en initiatiefnemer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4114800"/>
            <a:ext cx="10881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 oktober. Ouders melden zich aan via een link of QR-code; per rol is er een korte handleiding.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Oefenwedstrijden en competitie: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wedstrijden vanaf 31 oktober (fase 2), oefenwedstrijden al eerder.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afmelden gaat alleen nog via ClubComm; de teamgroep blijft voor de gezelligheid.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Evaluatie: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eind november, met ouders, teamleiders en trainer. Daarna besluit het bestuur over meer teams.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· voorstel aan het bestuur van RKSV DCG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EN VEILIGHEID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Gegevens van kinderen: zorgvuldig en in Europa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303520" cy="4434840"/>
          </a:xfrm>
          <a:prstGeom prst="roundRect">
            <a:avLst>
              <a:gd name="adj" fmla="val 2474"/>
            </a:avLst>
          </a:prstGeom>
          <a:solidFill>
            <a:srgbClr val="F5F7FA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011680"/>
            <a:ext cx="548640" cy="548640"/>
          </a:xfrm>
          <a:prstGeom prst="ellipse">
            <a:avLst/>
          </a:prstGeom>
          <a:solidFill>
            <a:srgbClr val="16A34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148840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20116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Geregeld voor de pilot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2743200"/>
            <a:ext cx="475488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Opslag in de EU (Frankfurt); e-mail via een Europese dienst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wat mag zien, controleert de database zelf: ouders alleen hun eigen kind, staf alleen het eigen team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Inloggen zonder wachtwoord, met een code per e-mail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Privacyverklaring in de app; aanmelden alleen met akkoord van de ouder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Geen medische gegevens: bij afmelden alleen een reden, zoals "ziek" of "blessure"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Elke week een back-up; ouders kunnen hun account zelf verwijderen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217920" y="1783080"/>
            <a:ext cx="5303520" cy="4434840"/>
          </a:xfrm>
          <a:prstGeom prst="roundRect">
            <a:avLst>
              <a:gd name="adj" fmla="val 2474"/>
            </a:avLst>
          </a:prstGeom>
          <a:solidFill>
            <a:srgbClr val="F5F7FA"/>
          </a:solidFill>
          <a:ln/>
        </p:spPr>
      </p:sp>
      <p:sp>
        <p:nvSpPr>
          <p:cNvPr id="10" name="Shape 7"/>
          <p:cNvSpPr/>
          <p:nvPr/>
        </p:nvSpPr>
        <p:spPr>
          <a:xfrm>
            <a:off x="6492240" y="2011680"/>
            <a:ext cx="548640" cy="548640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14884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23760" y="20116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Vóór uitbreiding naar meer teams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6537960" y="2743200"/>
            <a:ext cx="475488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Verwerkersovereenkomst tussen de club en ClubComm (en de gebruikte diensten)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Risicoanalyse (DPIA), omdat het om kinderen gaat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Bewaartermijnen: gegevens automatisch opruimen na het seizoen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Dagelijkse back-ups buiten de database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· voorstel aan het bestuur van RKSV DCG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KOSTEN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Voor de club kost de pilot niets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148840"/>
            <a:ext cx="566928" cy="566928"/>
          </a:xfrm>
          <a:prstGeom prst="ellipse">
            <a:avLst/>
          </a:prstGeom>
          <a:solidFill>
            <a:srgbClr val="16A34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295144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210312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€ 0 voor de club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pilot draait op gratis versies van de gebruikte diensten.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4367784" y="192024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9" name="Shape 6"/>
          <p:cNvSpPr/>
          <p:nvPr/>
        </p:nvSpPr>
        <p:spPr>
          <a:xfrm>
            <a:off x="4596384" y="214884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2688" y="2295144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27904" y="210312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 webadres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mijnclubcomm.nl: betaald door de initiatiefnemer (ongeveer € 10 per jaar).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8095488" y="192024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3" name="Shape 9"/>
          <p:cNvSpPr/>
          <p:nvPr/>
        </p:nvSpPr>
        <p:spPr>
          <a:xfrm>
            <a:off x="8324088" y="214884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0392" y="2295144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9055608" y="210312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zekerheid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Eventueel dagelijkse back-ups (ongeveer $ 25 per maand), ook door de initiatiefnemer.</a:t>
            </a:r>
            <a:endParaRPr lang="en-US" sz="1700" dirty="0"/>
          </a:p>
        </p:txBody>
      </p:sp>
      <p:sp>
        <p:nvSpPr>
          <p:cNvPr id="16" name="Shape 11"/>
          <p:cNvSpPr/>
          <p:nvPr/>
        </p:nvSpPr>
        <p:spPr>
          <a:xfrm>
            <a:off x="640080" y="5623560"/>
            <a:ext cx="10908792" cy="685800"/>
          </a:xfrm>
          <a:prstGeom prst="roundRect">
            <a:avLst>
              <a:gd name="adj" fmla="val 16000"/>
            </a:avLst>
          </a:prstGeom>
          <a:solidFill>
            <a:srgbClr val="EAF4FE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868680" y="56235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Bij uitbreiding naar meer teams of clubs bespreken we een vaste prijs per club per jaar.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· voorstel aan het bestuur van RKSV DCG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Wanneer is de pilot geslaagd?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Voorstel, samen vast te stellen voor de start.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5603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47472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de spelers heeft een ouder in de app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429000" y="25603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54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347472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de afmeldingen gaat via ClubComm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217920" y="25603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</a:t>
            </a:r>
            <a:endParaRPr lang="en-US" sz="5400" dirty="0"/>
          </a:p>
        </p:txBody>
      </p:sp>
      <p:sp>
        <p:nvSpPr>
          <p:cNvPr id="10" name="Text 8"/>
          <p:cNvSpPr txBox="1"/>
          <p:nvPr/>
        </p:nvSpPr>
        <p:spPr>
          <a:xfrm>
            <a:off x="6217920" y="347472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de trainingen heeft de aanwezigheid ingevuld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9006840" y="25603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9006840" y="347472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de berichten is binnen 24 uur gelezen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4572000"/>
            <a:ext cx="10908792" cy="1463040"/>
          </a:xfrm>
          <a:prstGeom prst="roundRect">
            <a:avLst>
              <a:gd name="adj" fmla="val 7500"/>
            </a:avLst>
          </a:prstGeom>
          <a:solidFill>
            <a:srgbClr val="EAF4F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4663440"/>
            <a:ext cx="10424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minstens zo belangrijk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Minder "niet afgemeld en niet gekomen" · minder open taken op wedstrijddagen · trainer en teamleiders zeggen: het scheelt me tijd.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· voorstel aan het bestuur van RKSV DCG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BESLUIT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vragen we van het bestuur?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457200" cy="457200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78308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Toestemming voor de pilot met het O12 talententeam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40080" y="2468880"/>
            <a:ext cx="457200" cy="457200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246888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contactpersoon voor privacyvragen van ouders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40080" y="3154680"/>
            <a:ext cx="457200" cy="457200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3154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315468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Akkoord dat de club verantwoordelijk is voor de gegevens en ClubComm ze verwerkt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40080" y="3840480"/>
            <a:ext cx="457200" cy="457200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4048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evaluatiemoment eind november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914400" y="4983480"/>
            <a:ext cx="8887968" cy="0"/>
          </a:xfrm>
          <a:prstGeom prst="line">
            <a:avLst/>
          </a:prstGeom>
          <a:noFill/>
          <a:ln w="38100">
            <a:solidFill>
              <a:srgbClr val="CADC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7240" y="4846320"/>
            <a:ext cx="274320" cy="27432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" y="525780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toestemming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999232" y="4846320"/>
            <a:ext cx="274320" cy="274320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2862072" y="525780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 oktober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pilot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221224" y="4846320"/>
            <a:ext cx="274320" cy="274320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084064" y="525780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oktober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competitie (fase 2)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443216" y="4846320"/>
            <a:ext cx="274320" cy="274320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06056" y="525780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Eind november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evaluatie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665208" y="4846320"/>
            <a:ext cx="274320" cy="274320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528048" y="525780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Daarna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besluit over meer teams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· voorstel aan het bestuur van RKSV DCG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ubcomm/public/assets/clubcomm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73152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1920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Vragen? Probeer het zelf</a:t>
            </a:r>
            <a:endParaRPr lang="en-US" sz="4000" dirty="0"/>
          </a:p>
        </p:txBody>
      </p:sp>
      <p:sp>
        <p:nvSpPr>
          <p:cNvPr id="4" name="Shape 1"/>
          <p:cNvSpPr/>
          <p:nvPr/>
        </p:nvSpPr>
        <p:spPr>
          <a:xfrm>
            <a:off x="731520" y="3108960"/>
            <a:ext cx="548640" cy="548640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246120"/>
            <a:ext cx="274320" cy="2743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508760" y="310896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met voorbeelddata: mijnclubcomm.nl/?demo</a:t>
            </a:r>
            <a:endParaRPr lang="en-US" sz="1800" dirty="0"/>
          </a:p>
        </p:txBody>
      </p:sp>
      <p:sp>
        <p:nvSpPr>
          <p:cNvPr id="7" name="Shape 3"/>
          <p:cNvSpPr/>
          <p:nvPr/>
        </p:nvSpPr>
        <p:spPr>
          <a:xfrm>
            <a:off x="731520" y="3886200"/>
            <a:ext cx="548640" cy="548640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023360"/>
            <a:ext cx="274320" cy="2743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508760" y="38862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in als ouder, trainer, teamleider of HJO. Er staan geen echte gegevens in.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ClubComm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ClubComm — pilot bij RKSV DCG</dc:title>
  <dc:subject>PptxGenJS Presentation</dc:subject>
  <dc:creator>PptxGenJS</dc:creator>
  <cp:lastModifiedBy>PptxGenJS</cp:lastModifiedBy>
  <cp:revision>1</cp:revision>
  <dcterms:created xsi:type="dcterms:W3CDTF">2026-09-25T11:32:52Z</dcterms:created>
  <dcterms:modified xsi:type="dcterms:W3CDTF">2026-09-25T11:32:52Z</dcterms:modified>
</cp:coreProperties>
</file>