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Doel: toestemming voor een pilot van 8 weken met het O12 talententeam.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Herkenbare problemen; laat het bestuur eigen voorbeelden noemen.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pilot draait in één team, zodat we snel leren en weinig risico lopen.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club is verantwoordelijk voor de gegevens; ClubComm verwerkt ze in opdracht. Voor de pilot vragen we een contactpersoon voor privacyvragen.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ClubComm bij RKSV DCG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Afmelden, planning en communicatie rond het jeugdvoetbal op één plek.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 aan het bestuur · oktober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user/Clubcomm/docs/presentaties/beelden/ou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521208"/>
            <a:ext cx="290779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elke week zien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Herkenbaar voor bijna elke amateurclub.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afgemeld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Kinderen komen niet, zonder bericht. De trainer weet pas op het veld wie er is.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31636" y="25603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60236" y="27889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1756" y="27432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via WhatsApp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Afmeldingen, vervoer en taken in drukke groepen. Informatie raakt zoek.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7640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5720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Steeds dezelfde ouders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paar gezinnen doen het meeste werk; anderen worden nooit gevraagd.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31636" y="43891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6460236" y="46177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7640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91756" y="45720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Opvolging zit in hoofden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belt als een kind vaak ontbreekt? Afspraken worden nergens vastgelegd.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CLUBCOMM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app voor ouders, trainers en teamleiders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telefoon, zonder wachtwoord. ClubComm signaleert en communiceert; mensen beslissen.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vaak afwezig, wie meldt te laat af, welke taken blijven open.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6384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Communiceren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met één tik, berichten per team, vaste berichten bij vakanties.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4088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935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5608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Gesprekken en afspraken op één plek, ook als een trainer wisselt.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AF4FE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6868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automatische straffen: de club stelt de regels in (afmeldtermijnen, kaarten, wisselen) en trainers beslissen.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ZIET HET ERUIT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elke rol een eigen scherm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0" cy="4343400"/>
          </a:xfrm>
          <a:prstGeom prst="roundRect">
            <a:avLst>
              <a:gd name="adj" fmla="val 11667"/>
            </a:avLst>
          </a:prstGeom>
          <a:solidFill>
            <a:srgbClr val="0B2545"/>
          </a:solidFill>
          <a:ln/>
        </p:spPr>
      </p:sp>
      <p:pic>
        <p:nvPicPr>
          <p:cNvPr id="5" name="Image 0" descr="/home/user/Clubcomm/docs/presentaties/beelden/ou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01168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7180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Afmelden, vervoer, taken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434840" y="1691640"/>
            <a:ext cx="2194560" cy="4343400"/>
          </a:xfrm>
          <a:prstGeom prst="roundRect">
            <a:avLst>
              <a:gd name="adj" fmla="val 11667"/>
            </a:avLst>
          </a:prstGeom>
          <a:solidFill>
            <a:srgbClr val="0B2545"/>
          </a:solidFill>
          <a:ln/>
        </p:spPr>
      </p:sp>
      <p:pic>
        <p:nvPicPr>
          <p:cNvPr id="8" name="Image 1" descr="/home/user/Clubcomm/docs/presentaties/beelden/tr-aanwezighei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2011680" cy="4023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 op het veld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229600" y="1691640"/>
            <a:ext cx="2194560" cy="4343400"/>
          </a:xfrm>
          <a:prstGeom prst="roundRect">
            <a:avLst>
              <a:gd name="adj" fmla="val 11667"/>
            </a:avLst>
          </a:prstGeom>
          <a:solidFill>
            <a:srgbClr val="0B2545"/>
          </a:solidFill>
          <a:ln/>
        </p:spPr>
      </p:sp>
      <p:pic>
        <p:nvPicPr>
          <p:cNvPr id="11" name="Image 2" descr="/home/user/Clubcomm/docs/presentaties/beelden/tl-wedstrij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83080"/>
            <a:ext cx="2011680" cy="40233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61320" y="3291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Teamleider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wedstrijd regelen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VOORSTEL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beginnen: één team, acht weken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AF4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O12 talententeam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AF4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hun ouders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AF4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weken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en november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AF4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684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aanspreekpunt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en initiatiefnemer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oktober. Ouders melden zich aan via een link of QR-code; per rol is er een korte handleiding.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Oefenwedstrijden en competitie: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wedstrijden vanaf 31 oktober (fase 2), oefenwedstrijden al eerder.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gaat alleen nog via ClubComm; de teamgroep blijft voor de gezelligheid.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 november, met ouders, teamleiders en trainer. Daarna besluit het bestuur over meer teams.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EN VEILIGHEID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 van kinderen: zorgvuldig en in Europa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Geregeld voor de pilot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4320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 in de EU (Frankfurt); e-mail via een Europese dienst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wat mag zien, controleert de database zelf: ouders alleen hun eigen kind, staf alleen het eigen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zonder wachtwoord, met een code per e-mail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Privacyverklaring in de app; aanmelden alleen met akkoord van de ouder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medische gegevens: bij afmelden alleen een reden, zoals "ziek" of "blessure"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week een back-up; ouders kunnen hun account zelf verwijderen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uitbreiding naar meer teams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4320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Verwerkersovereenkomst tussen de club en ClubComm (en de gebruikte diensten)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Risicoanalyse (DPIA), omdat het om kinderen gaat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Bewaartermijnen: gegevens automatisch opruimen na het seizoen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Dagelijkse back-ups buiten de database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club kost de pilot niets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€ 0 voor de club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pilot draait op gratis versies van de gebruikte diensten.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67784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4596384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27904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webadres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mijnclubcomm.nl: betaald door de initiatiefnemer (ongeveer € 10 per jaar).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5488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324088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2951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55608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zekerheid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Eventueel dagelijkse back-ups (ongeveer $ 25 per maand), ook door de initiatiefnemer.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AF4F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uitbreiding naar meer teams of clubs bespreken we een vaste prijs per club per jaar.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de pilot geslaagd?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Voorstel, samen vast te stellen voor de start.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spelers heeft een ouder in de 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afmeldingen gaat via ClubComm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trainingen heeft de aanwezigheid ingevuld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berichten is binnen 24 uur gelezen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08792" cy="1463040"/>
          </a:xfrm>
          <a:prstGeom prst="roundRect">
            <a:avLst>
              <a:gd name="adj" fmla="val 7500"/>
            </a:avLst>
          </a:prstGeom>
          <a:solidFill>
            <a:srgbClr val="EAF4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634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minstens zo belangrijk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"niet afgemeld en niet gekomen" · minder open taken op wedstrijddagen · trainer en teamleiders zeggen: het scheelt me tijd.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vragen we van het bestuur?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Toestemming voor de pilot met het O12 talententeam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contactpersoon voor privacyvragen van ouders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54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Akkoord dat de club verantwoordelijk is voor de gegevens en ClubComm ze verwerkt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evaluatiemoment eind november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983480"/>
            <a:ext cx="8887968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4632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257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toestemming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99232" y="4846320"/>
            <a:ext cx="274320" cy="27432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62072" y="5257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oktober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21224" y="4846320"/>
            <a:ext cx="274320" cy="27432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84064" y="5257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oktober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competitie (fase 2)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43216" y="4846320"/>
            <a:ext cx="274320" cy="27432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06056" y="5257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 november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65208" y="4846320"/>
            <a:ext cx="274320" cy="274320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28048" y="5257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over meer teams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voorstel aan het bestuur van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 Probeer het zelf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met voorbeelddata: mijnclubcomm.nl/?demo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als ouder, trainer, teamleider of HJO. Er staan geen echte gegevens in.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ClubComm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ClubComm — pilot bij RKSV DCG</dc:title>
  <dc:subject>PptxGenJS Presentation</dc:subject>
  <dc:creator>PptxGenJS</dc:creator>
  <cp:lastModifiedBy>PptxGenJS</cp:lastModifiedBy>
  <cp:revision>1</cp:revision>
  <dcterms:created xsi:type="dcterms:W3CDTF">2026-09-25T10:22:19Z</dcterms:created>
  <dcterms:modified xsi:type="dcterms:W3CDTF">2026-09-25T10:22:19Z</dcterms:modified>
</cp:coreProperties>
</file>