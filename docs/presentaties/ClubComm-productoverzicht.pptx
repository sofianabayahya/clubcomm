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kan ClubComm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hele product op een rij: per rol, wat de app zelf doet, en hoe een club het inricht.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Productoverzicht · oktober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club-ou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ÉÉN ZIN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app voor de hele jeugdafdeling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planning, taken, vervoer, berichten, speeltijd en ontwikkeling. Op de telefoon, zonder wachtwoord.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vaak afwezig, wie meldt te laat af, welke taak blijft open, welke trainer heeft hulp nodig.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met één tik, berichten per team en club, pushmeldingen; vaste berichten gaan vanzelf.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Vastleggen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Aanwezigheid, speeltijd, gesprekken en afspraken op één plek, ook als iemand stopt.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signaleert, mensen beslissen. Geen automatische straffen; de club stelt de regels in.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piramide van rollen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aanspreekpunt bovenaan, twee lijnen in de club: voetbal en organisatie.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46120" y="2240280"/>
            <a:ext cx="5669280" cy="530352"/>
          </a:xfrm>
          <a:prstGeom prst="roundRect">
            <a:avLst>
              <a:gd name="adj" fmla="val 17241"/>
            </a:avLst>
          </a:prstGeom>
          <a:solidFill>
            <a:srgbClr val="0B25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37560" y="2240280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ClubComm-adviseur  ↔  Clubbeheerder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 bieden aan  ·  één persoon van de club draait aan de knoppen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811780" y="2834640"/>
            <a:ext cx="6537960" cy="530352"/>
          </a:xfrm>
          <a:prstGeom prst="roundRect">
            <a:avLst>
              <a:gd name="adj" fmla="val 17241"/>
            </a:avLst>
          </a:prstGeom>
          <a:solidFill>
            <a:srgbClr val="1373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03220" y="2834640"/>
            <a:ext cx="6355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 Opleiding (HO)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voetballijn: maakt de trainers beter, mentor die in rapporten kijkt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77440" y="3429000"/>
            <a:ext cx="7406640" cy="530352"/>
          </a:xfrm>
          <a:prstGeom prst="roundRect">
            <a:avLst>
              <a:gd name="adj" fmla="val 17241"/>
            </a:avLst>
          </a:prstGeom>
          <a:solidFill>
            <a:srgbClr val="13733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468880" y="342900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 coördinator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voetballijn, per bouw (optioneel): helpt de HO met observaties en gesprekken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43100" y="4023360"/>
            <a:ext cx="8275320" cy="530352"/>
          </a:xfrm>
          <a:prstGeom prst="roundRect">
            <a:avLst>
              <a:gd name="adj" fmla="val 17241"/>
            </a:avLst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034540" y="4023360"/>
            <a:ext cx="8092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Coördinatoren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organisatielijn, het liefst één per bouw: rooster, staf, afgelasten, clubberichten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508760" y="4617720"/>
            <a:ext cx="9144000" cy="530352"/>
          </a:xfrm>
          <a:prstGeom prst="roundRect">
            <a:avLst>
              <a:gd name="adj" fmla="val 17241"/>
            </a:avLst>
          </a:prstGeom>
          <a:solidFill>
            <a:srgbClr val="4755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600200" y="4617720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  ·  Teamleiders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onder de HO (voetbal)  ·  teamleider onder de coördinator (eerste lijn naar ouders)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74420" y="5212080"/>
            <a:ext cx="10012680" cy="530352"/>
          </a:xfrm>
          <a:prstGeom prst="roundRect">
            <a:avLst>
              <a:gd name="adj" fmla="val 17241"/>
            </a:avLst>
          </a:prstGeom>
          <a:solidFill>
            <a:srgbClr val="64748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65860" y="5212080"/>
            <a:ext cx="9829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melden af, helpen mee, lezen berichten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5806440"/>
            <a:ext cx="10881360" cy="530352"/>
          </a:xfrm>
          <a:prstGeom prst="roundRect">
            <a:avLst>
              <a:gd name="adj" fmla="val 17241"/>
            </a:avLst>
          </a:prstGeom>
          <a:solidFill>
            <a:srgbClr val="94A3B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806440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wie het draait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LIJNEN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Voetbal en organisatie, elk een eigen lijn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13733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Voetballijn: HO en technisch coördinator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de trainers. Observeren, evalueren, gesprekken, oefenstof, teamindeling. Krijgt weinig meldingen en zoekt zelf op.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Organisatielijn: coördinatoren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teamleiders, ouders en planning. Rooster, staf, aanmeldingen, afgelasten, clubberichten, vervangers. Krijgt de meldingen.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Terugval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coördinator? Dan doet de HO het. Geen HO? Dan wijst de clubbeheerder iemand aan. Er valt nooit iets tussen wal en schip.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kiest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taak kan bij een andere rol. Wij leveren een standaard; de clubbeheerder past hem aan.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VERANTWOORDELIJKHEID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 rol doet zijn eigen werk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controle, maar een vangnet: de laag erboven ziet iets pas als het blijft liggen of ertoe doet.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14600"/>
          <a:ext cx="10881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329184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Doet zelf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Schaalt op als 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Teamleider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helpend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ouders, wedstrijden, taken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aanmelding 48 uur blijft liggen → coördinator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uitvoerend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spelers, aanwezigheid, ontwikkeling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speler verbetert niet na het bellen → coördinator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Coördinator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organisatie van zijn bouw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zaak blijft 14 dagen liggen, trainer niet gekomen → 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 / TC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begeleidend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trainers beter maken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clubbesluit → bestuur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Clubbeheerder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technisch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app laten werken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vragen en aanpassingen → ClubComm-adviseur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Eindverantwoordelijk: de HO voor de voetballijn, de coördinator voor de organisatie van zijn bouw, het bestuur voor de hele jeugd.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voor je kind op één plek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in drie tikken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een reden; ook voor een periode of langdurig. Kind wordt verwacht, tenzij afgemeld.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752344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752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73405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met adres en route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Trainingen, wedstrijden, activiteiten en vakanties; verzamelen en routeknop op het kaartje.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59359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 en taken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 vragen als het een keer niet lukt; taken bij de wedstrijd oppakken met één tik.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471416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71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45312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en pushmeldingen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en Nieuws; een vraag aan trainer of teamleider stellen.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330952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1266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Aanwezigheid, kaarten en ontwikkelgesprek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Dezelfde cijfers als de staf; het kind bereidt het gesprek thuis voor.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0" descr="/home/user/Clubcomm/docs/presentaties/beelden/club-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regelwerk, meer voetbal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komt er, aanwezigheid in één minuut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staat op aanwezig; tik alleen wie er niet of te laat is.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752344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752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73405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volgen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Kaarten en signalen; bij de drempel bellen of appen met één tik, contact vastleggen.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59359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aanpassen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Verplaatsen, afgelasten met eigen toelichting, extra training, oefenwedstrijd of activiteit.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471416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71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45312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Wedstrijddag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Eerlijk wisselschema volgens de KNVB, scorebord, uitslag en speeltijd liggen daarna vast.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330952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1266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Ontwikkelgesprekken (vanaf O12)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Plannen rond de training; het kind stuurt, de trainer vraagt door.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0" descr="/home/user/Clubcomm/docs/presentaties/beelden/club-tr-aanwezighe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regelaar rond het team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en taken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over de wedstrijd op één plek; open taken krijgen vanzelf een oproep.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7614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761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7432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helpt er mee?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gezin, nooit als ranglijst; trainer en teamleider tellen als meehelpen.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6301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6118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en goedkeuren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Delen, QR tonen of printen; aanmeldingen goedkeuren.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4988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98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4805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Bereikbaarheid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heeft pushmeldingen aan; contact met een ouder met één tik.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teamleider valt onder de coördinator en beoordeelt de trainer niet.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/home/user/Clubcomm/docs/presentaties/beelden/club-tl-wedstrij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COÖRDINATOR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Coördineren voor een groep teams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Bijvoorbeeld onderbouw, middenbouw of bovenbouw. Zonder coördinator doet de HO dit.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Rooster en velden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Weekrooster per team, voor meerdere teams tegelijk of via Excel.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 en aanmeldingen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zonder staf oplossen; aanmeldingen die blijven liggen.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Afgelasten en noodbericht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Velden afgekeurd, code rood: één tik, iedereen ingelicht.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Clubberichten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Communicatieplan: vaste berichten door het seizoen gaan vanzelf.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4367784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2" name="Shape 16"/>
          <p:cNvSpPr/>
          <p:nvPr/>
        </p:nvSpPr>
        <p:spPr>
          <a:xfrm>
            <a:off x="4596384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764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27904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Vervangers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kan niet: vervanger zoeken met de teamleider en ouders.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8095488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6" name="Shape 19"/>
          <p:cNvSpPr/>
          <p:nvPr/>
        </p:nvSpPr>
        <p:spPr>
          <a:xfrm>
            <a:off x="8324088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76402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055608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Spelerzaken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gesprek met ouders als het na het bellen doorgaat (stap 4).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 OPLEIDING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 maakt de trainers beter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die in rapporten kijkt: geïnformeerd, zonder stroom meldingen.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13733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 volgen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Afgemeld, te laat, niet gekomen; bij de drempel een signaal en een gesprek met de trainer.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13733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per team en lichting, verloop, beoordelingen; zelf opzoeken wanneer nodig.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 begeleiden (in ontwikkeling)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Observaties bij training en wedstrijd, nagesprek met één ontwikkelpunt, voortgangsgesprek rond februari.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617720"/>
            <a:ext cx="566928" cy="566928"/>
          </a:xfrm>
          <a:prstGeom prst="ellipse">
            <a:avLst/>
          </a:prstGeom>
          <a:solidFill>
            <a:srgbClr val="137333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Teamindeling en clubbesluit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Teamindeling samen met de trainer; clubbesluit over een speler samen met het bestuur.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CLUBBEHEERDER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persoon draait aan de knoppen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Voorzitter, coördinator of verenigingsmanager. Aanspreekpunt voor de ClubComm-adviseur.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 en namen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rollen de club gebruikt en hoe ze heten (HO, HJO, TC).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per rol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Eigenaar en terugval per taak; profielen voor trainer en teamleider.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Vervoer, taken, speeltijd, ontwikkelgesprekken, materiaal: aan of uit.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Afmeldtermijn, kaarten, zones, speeltijd, nachtrust.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4367784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2" name="Shape 16"/>
          <p:cNvSpPr/>
          <p:nvPr/>
        </p:nvSpPr>
        <p:spPr>
          <a:xfrm>
            <a:off x="4596384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764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27904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Seizoen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Fases, schoolvakanties automatisch, eigen stops.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8095488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6" name="Shape 19"/>
          <p:cNvSpPr/>
          <p:nvPr/>
        </p:nvSpPr>
        <p:spPr>
          <a:xfrm>
            <a:off x="8324088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76402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055608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Beheer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Privacycontact, back-up downloaden, foutmeldingen.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 APP ZELF DOET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Automatisch, elk kwartier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Ook als niemand de app open heeft. Nachtrust van 21:00 tot 07:30.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Vaste clubberichten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Vakantie, vrije dag, start en einde seizoen, wedstrijden beginnen.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2644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24612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Herinneringen en oproepen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activiteiten en open taken; alleen aan wie het nodig heeft.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399592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97764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Uitslag, aanwezigheid en speeltijd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uur na de wedstrijd vastgelegd.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47274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727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70916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 verdelen, herinneren en afronden.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54589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44068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opruimen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voorbij is, gaat vanzelf naar het archief.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Opschaling: signaleren, mensen beslissen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eerste keren een vriendelijke herinnering, geen kaart.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15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96896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Waarschuwen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laat afgemeld is geel; twee keer geel of niet afgemeld is rood.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319272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Bellen of appen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(of coördinator) legt contact en de afspraak vast.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059936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041648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gesprek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Coördinator met de ouders.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782312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64024"/>
            <a:ext cx="6400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Clubbesluit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met het bestuur.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Ook teams en trainers krijgen signalen: een team onder de norm, een trainer die vaak afmeldt.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1" descr="/home/user/Clubcomm/docs/presentaties/beelden/club-tr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een melding als het moet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Pushmelding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Afgelast, persoonlijk, aankondiging. Ter informatie nooit.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als vangnet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voor wie geen pushmelding krijgt; noodberichten altijd.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Gesprekken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Zoals WhatsApp, met gelezen-vinkjes; afronden en archief.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Vastzetten en urgent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 bovenaan; urgent alleen voor vandaag en morgen.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 TECHNIEK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Zorgvuldig met gegevens van kinderen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Europa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Opslag in Frankfurt, e-mail via een Europese dienst.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67784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4596384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27904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ziet wat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database controleert het zelf: ouders alleen hun kind, staf alleen wat nodig is.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095488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324088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2951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55608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Zonder wachtwoord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met een code per e-mail.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40080" y="37490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319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Back-up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week een kopie, acht weken bewaard.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4367784" y="37490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1" name="Shape 15"/>
          <p:cNvSpPr/>
          <p:nvPr/>
        </p:nvSpPr>
        <p:spPr>
          <a:xfrm>
            <a:off x="4596384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123944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327904" y="39319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Getest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tests bij elke wijziging; bewaking dag en nacht.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095488" y="37490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5" name="Shape 18"/>
          <p:cNvSpPr/>
          <p:nvPr/>
        </p:nvSpPr>
        <p:spPr>
          <a:xfrm>
            <a:off x="8324088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123944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55608" y="39319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app zonder winkel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beginscherm van elke telefoon; altijd de nieuwste versie.</a:t>
            </a:r>
            <a:endParaRPr lang="en-US" sz="1700" dirty="0"/>
          </a:p>
        </p:txBody>
      </p:sp>
      <p:sp>
        <p:nvSpPr>
          <p:cNvPr id="28" name="Text 2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BEWUSTE KEUZES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ClubComm bewust niet doet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ranglijsten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voor ouders, spelers of trainers. Vergelijken ontmoedigt.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afmelden namens een ander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Informatie komt van de bron: de ouder.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automatische straffen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app signaleert; een mens beslist.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stroom meldingen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 informatie zonder melding; de HO zoekt zelf op.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ONTWIKKELING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er nog komt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Trainers begeleiden (HO)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Observaties, gesprekken en voortgangsgesprek; rapport Trainers per lichting en team.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78892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 coördinator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Tweede rol in de voetballijn, per bouw.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7216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721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70332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Sportlink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Wedstrijden, teams en spelers automatisch ophalen.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63600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636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61772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Meerdere clubs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ClubComm-adviseur beheert clubs; één account bij meerdere clubs.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productoverzicht ·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App: mijnclubcomm.nl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Rondleiding: mijnclubcomm.nl/demo (op uitnodiging)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006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08760" y="4663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aanpassen: bel de ClubComm-adviseur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 kan ClubComm</dc:title>
  <dc:subject>PptxGenJS Presentation</dc:subject>
  <dc:creator>PptxGenJS</dc:creator>
  <cp:lastModifiedBy>PptxGenJS</cp:lastModifiedBy>
  <cp:revision>1</cp:revision>
  <dcterms:created xsi:type="dcterms:W3CDTF">2026-10-09T11:35:11Z</dcterms:created>
  <dcterms:modified xsi:type="dcterms:W3CDTF">2026-10-09T11:35:11Z</dcterms:modified>
</cp:coreProperties>
</file>