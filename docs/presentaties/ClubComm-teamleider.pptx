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ubcomm/public/assets/clubcomm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37360" y="868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10312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teamleiders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regel je het team: wedstrijden, taken, ouders en berichten.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760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O12 talententeam · RKSV DCG · pilot najaar 2026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5039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user/Clubcomm/docs/presentaties/beelden/tl-ho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48" y="521208"/>
            <a:ext cx="2907792" cy="5815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ROL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doe je als teamleider?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regelt alles rond het team, zodat de trainer zich op het voetbal kan richten.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5317236" cy="1325880"/>
          </a:xfrm>
          <a:prstGeom prst="roundRect">
            <a:avLst>
              <a:gd name="adj" fmla="val 8276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7889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9352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743200"/>
            <a:ext cx="41742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Wedstrijden regelen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Verzameltijd, adres en wie er komen. Delen in de teamgroep met één tik.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31636" y="2560320"/>
            <a:ext cx="5317236" cy="1325880"/>
          </a:xfrm>
          <a:prstGeom prst="roundRect">
            <a:avLst>
              <a:gd name="adj" fmla="val 8276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60236" y="27889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293522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91756" y="2743200"/>
            <a:ext cx="41742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verdelen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Timekeeper, spelbegeleider, wastas: zie wat nog open staat en vraag ouders.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40080" y="4160520"/>
            <a:ext cx="5317236" cy="1325880"/>
          </a:xfrm>
          <a:prstGeom prst="roundRect">
            <a:avLst>
              <a:gd name="adj" fmla="val 8276"/>
            </a:avLst>
          </a:prstGeom>
          <a:solidFill>
            <a:srgbClr val="F5F7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68680" y="43891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53542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4343400"/>
            <a:ext cx="41742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Ouders erbij halen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Ouders uitnodigen met een link of QR-code en hun aanmelding goedkeuren.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231636" y="4160520"/>
            <a:ext cx="5317236" cy="1325880"/>
          </a:xfrm>
          <a:prstGeom prst="roundRect">
            <a:avLst>
              <a:gd name="adj" fmla="val 8276"/>
            </a:avLst>
          </a:prstGeom>
          <a:solidFill>
            <a:srgbClr val="F5F7FA"/>
          </a:solidFill>
          <a:ln/>
        </p:spPr>
      </p:sp>
      <p:sp>
        <p:nvSpPr>
          <p:cNvPr id="18" name="Shape 13"/>
          <p:cNvSpPr/>
          <p:nvPr/>
        </p:nvSpPr>
        <p:spPr>
          <a:xfrm>
            <a:off x="6460236" y="43891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535424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191756" y="4343400"/>
            <a:ext cx="41742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Berichten en contact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Berichten aan het team of één ouder. Bellen of appen vanuit de app.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16000"/>
            </a:avLst>
          </a:prstGeom>
          <a:solidFill>
            <a:srgbClr val="EAF4FE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6868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je niet hoeft: afmeldingen doorgeven (dat doen ouders zelf) en aanwezigheid of kaarten bijhouden (dat doet de trainer).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teamleiders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Aanmelden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meldt je aan als ouder van je kind. Daarna krijg je de rol teamleider erbij.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 uitnodiging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krijgt een link van de trainer. Tik erop.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38328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 je gegevens 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e-mailadres, je naam en de naam van je kind. Vink de privacyverklaring aan.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27024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25196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Wacht op goedkeuring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trainer keurt je aanmelding goed en geeft je de rol teamleider.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5532120"/>
            <a:ext cx="7040880" cy="777240"/>
          </a:xfrm>
          <a:prstGeom prst="roundRect">
            <a:avLst>
              <a:gd name="adj" fmla="val 14118"/>
            </a:avLst>
          </a:prstGeom>
          <a:solidFill>
            <a:srgbClr val="EAF4FE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751576"/>
            <a:ext cx="329184" cy="32918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25880" y="55778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het e-mailadres dat je dagelijks leest: daar komt de inlogcode binnen.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1" descr="/home/user/Clubcomm/docs/presentaties/beelden/aanmelde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teamleiders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Inloggen zonder wachtwoord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werkt met een code per e-mail. Een wachtwoord onthouden is niet nodig.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naar mijnclubcomm.nl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 je e-mailadres in en tik op Stuur mij een inlogcode.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38328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de code over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krijgt een mail met een code van 6 cijfers. Typ die over in de app.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27024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25196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Klaar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blijft ingelogd op je telefoon.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5532120"/>
            <a:ext cx="7040880" cy="777240"/>
          </a:xfrm>
          <a:prstGeom prst="roundRect">
            <a:avLst>
              <a:gd name="adj" fmla="val 14118"/>
            </a:avLst>
          </a:prstGeom>
          <a:solidFill>
            <a:srgbClr val="EAF4FE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751576"/>
            <a:ext cx="329184" cy="32918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25880" y="55778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 ClubComm op je beginscherm (iPhone: Delen → Zet op beginscherm). Log daarna in via het icoon en typ de code over: de knop in de mail opent Safari.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1" descr="/home/user/Clubcomm/docs/presentaties/beelden/inlogge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teamleiders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Wisselen tussen teamleider en ouder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hebt één account met twee rollen. Bovenaan zie je altijd in welke rol je zit.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 rechtsboven op je initialen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profiel gaat open.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38328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bij Wissel van rol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Teamleider om te regelen, Ouder om je eigen kind af te melden.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5532120"/>
            <a:ext cx="7040880" cy="777240"/>
          </a:xfrm>
          <a:prstGeom prst="roundRect">
            <a:avLst>
              <a:gd name="adj" fmla="val 14118"/>
            </a:avLst>
          </a:prstGeom>
          <a:solidFill>
            <a:srgbClr val="EAF4F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751576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25880" y="55778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vind je ook Feedback of een probleem melden. Gebruik die knop in de pilot vooral!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1" descr="/home/user/Clubcomm/docs/presentaties/beelden/tl-profi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teamleiders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één oogopslag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Home staat de eerstvolgende wedstrijd en alles wat jij moet doen.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volgende wedstrijd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Hoeveel spelers komen en welke taken nog open staan.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290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Actie nodig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wat bij jou ligt: aanmeldingen goedkeuren, open taken, nieuwe berichten.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3616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3434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Leeg? Dan hoef je niets te doen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maakt geen werk van informatie.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/home/user/Clubcomm/docs/presentaties/beelden/tl-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teamleiders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Ouders uitnodigen en goedkeuren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kind heeft minstens één ouder in de app nodig, anders kan niemand afmelden.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de uitnodiging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naar Team → Ouders uitnodigen. Delen (bijv. in de teamgroep), QR tonen op het veld, of QR printen.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38328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Ouders melden zich aan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hun e-mailadres en de naam van hun kind.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27024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25196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Jij keurt goed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 op Goedkeuren. Ken je iemand niet? Tik op het kruisje.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5532120"/>
            <a:ext cx="7040880" cy="777240"/>
          </a:xfrm>
          <a:prstGeom prst="roundRect">
            <a:avLst>
              <a:gd name="adj" fmla="val 14118"/>
            </a:avLst>
          </a:prstGeom>
          <a:solidFill>
            <a:srgbClr val="EAF4FE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751576"/>
            <a:ext cx="329184" cy="32918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25880" y="55778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uitnodiging verloopt na 14 dagen. Met Nu vernieuwen maak je een nieuwe link.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1" descr="/home/user/Clubcomm/docs/presentaties/beelden/tl-tea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teamleiders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WEDSTRIJD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wedstrijd toevoegen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 pilot voer je de wedstrijden zelf in. Later komen ze automatisch uit Sportlink.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naar Wedstrijd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 op Wedstrijd toevoegen.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290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 de gegevens 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Tegenstander, datum, aftrap, en of het een thuiswedstrijd is.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3616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3434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 op Toevoegen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ouders zien de wedstrijd meteen in hun planning.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/home/user/Clubcomm/docs/presentaties/beelden/tl-wedstrijd-toevoeg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teamleiders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WEDSTRIJD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wedstrijd regelen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over de wedstrijd staat op één plek, in de volgorde van de dag.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Verzameltijd en adres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ze aan en tik op Opslaan. Route opent de navigatie.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290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Stuur de gegevens met één tik naar de teamgroep.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3616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3434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komen er?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ziet wie afgemeld is. Afmelden doen ouders zelf.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/home/user/Clubcomm/docs/presentaties/beelden/tl-wedstrij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teamleiders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WEDSTRIJD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verdelen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elke wedstrijd staan vaste taken klaar. Ouders melden zich zelf aan.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Vaste taken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Trainer-coach, timekeeper en (thuis) spelbegeleider staan er al.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38328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taak nodig?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 op + Taak, bijv. fotograaf, bardienst of wastas. Met het kruisje haal je een taak weg.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27024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25196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open?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 op Oproep delen. Twee dagen van tevoren krijgen de ouders ook vanzelf een oproep.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5532120"/>
            <a:ext cx="7040880" cy="777240"/>
          </a:xfrm>
          <a:prstGeom prst="roundRect">
            <a:avLst>
              <a:gd name="adj" fmla="val 14118"/>
            </a:avLst>
          </a:prstGeom>
          <a:solidFill>
            <a:srgbClr val="EAF4FE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751576"/>
            <a:ext cx="329184" cy="32918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25880" y="55778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 Team → Wie helpt er mee? zie je per gezin hoe vaak ze hielpen. Alleen jij ziet dat, zodat je eerlijk kunt vragen.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1" descr="/home/user/Clubcomm/docs/presentaties/beelden/tl-take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teamleiders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WEDSTRIJDDAG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de dag zelf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de wedstrijddag verschijnen extra knoppen bij de wedstrijd.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Aanwezigheid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trainer-coach vult in wie er is.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290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Wisselschema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timekeeper tikt op Volgend blok en ziet wie erin en eruit gaat.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3616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3434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Uitslag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 na afloop de uitslag in.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52760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5276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52578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Afgelast?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 op Afgelast en kies waarom. Alle ouders krijgen direct een bericht.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0" descr="/home/user/Clubcomm/docs/presentaties/beelden/tl-afgela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teamleiders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Berichten sturen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losse appjes meer: berichten staan bij elkaar en je ziet wie ze gelezen heeft.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 op Nieuw bericht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Groepsbericht (hele team) of Persoonlijk (één ouder).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290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Herinnering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kant-en-klaar bericht dat je nog kunt aanpassen.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3616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3434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Belangrijk of urgent?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krijgen ouders het ook per e-mail.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/home/user/Clubcomm/docs/presentaties/beelden/tl-beric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teamleiders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met een ouder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 op een speler en je hebt de ouders direct te pakken.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naar Team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 op de naam van een speler.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38328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Bel, app of mail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de knoppen naast de naam van de ouder.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5532120"/>
            <a:ext cx="7040880" cy="777240"/>
          </a:xfrm>
          <a:prstGeom prst="roundRect">
            <a:avLst>
              <a:gd name="adj" fmla="val 14118"/>
            </a:avLst>
          </a:prstGeom>
          <a:solidFill>
            <a:srgbClr val="EAF4F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751576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25880" y="55778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groene appje naast elke speler in de lijst opent meteen WhatsApp met de ouder.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1" descr="/home/user/Clubcomm/docs/presentaties/beelden/tl-contac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teamleiders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ubcomm/public/assets/clubcomm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 of iets werkt niet?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31520" y="3108960"/>
            <a:ext cx="548640" cy="548640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246120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08760" y="3108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 app: Profiel → Feedback of een probleem melden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731520" y="3886200"/>
            <a:ext cx="548640" cy="548640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233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508760" y="3886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vraag het de trainer van het O12 talententeam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80060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508760" y="4663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is een pilot: alles wat je opvalt, helpt ons de app beter te maken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ClubComm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ClubComm voor teamleiders</dc:title>
  <dc:subject>PptxGenJS Presentation</dc:subject>
  <dc:creator>PptxGenJS</dc:creator>
  <cp:lastModifiedBy>PptxGenJS</cp:lastModifiedBy>
  <cp:revision>1</cp:revision>
  <dcterms:created xsi:type="dcterms:W3CDTF">2026-09-25T11:32:42Z</dcterms:created>
  <dcterms:modified xsi:type="dcterms:W3CDTF">2026-09-25T11:32:42Z</dcterms:modified>
</cp:coreProperties>
</file>