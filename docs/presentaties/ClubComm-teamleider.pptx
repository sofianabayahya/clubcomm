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ubcomm/public/assets/clubcomm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731520"/>
            <a:ext cx="822960" cy="8229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737360" y="86868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</a:t>
            </a:r>
            <a:endParaRPr lang="en-US" sz="24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2103120"/>
            <a:ext cx="7132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teamleiders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393192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 regel je het team: wedstrijden, taken, ouders en berichten.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576072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O12 talententeam · RKSV DCG · pilot najaar 2026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85039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2A4A7A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8" name="Image 1" descr="/home/user/Clubcomm/docs/presentaties/beelden/tl-hom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13648" y="521208"/>
            <a:ext cx="2907792" cy="581558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JOUW ROL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 doe je als teamleider?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regelt alles rond het team, zodat de trainer zich op het voetbal kan richten.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60320"/>
            <a:ext cx="5317236" cy="1325880"/>
          </a:xfrm>
          <a:prstGeom prst="roundRect">
            <a:avLst>
              <a:gd name="adj" fmla="val 8276"/>
            </a:avLst>
          </a:prstGeom>
          <a:solidFill>
            <a:srgbClr val="F5F7FA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" y="278892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984" y="2935224"/>
            <a:ext cx="274320" cy="2743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600200" y="2743200"/>
            <a:ext cx="41742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Wedstrijden regelen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Verzameltijd, adres en wie er komen. Delen in de teamgroep met één tik.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6231636" y="2560320"/>
            <a:ext cx="5317236" cy="1325880"/>
          </a:xfrm>
          <a:prstGeom prst="roundRect">
            <a:avLst>
              <a:gd name="adj" fmla="val 8276"/>
            </a:avLst>
          </a:prstGeom>
          <a:solidFill>
            <a:srgbClr val="F5F7FA"/>
          </a:solidFill>
          <a:ln/>
        </p:spPr>
      </p:sp>
      <p:sp>
        <p:nvSpPr>
          <p:cNvPr id="10" name="Shape 7"/>
          <p:cNvSpPr/>
          <p:nvPr/>
        </p:nvSpPr>
        <p:spPr>
          <a:xfrm>
            <a:off x="6460236" y="278892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6540" y="2935224"/>
            <a:ext cx="274320" cy="2743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191756" y="2743200"/>
            <a:ext cx="41742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Taken verdelen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Timekeeper, spelbegeleider, wastas: zie wat nog open staat en vraag ouders.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640080" y="4160520"/>
            <a:ext cx="5317236" cy="1325880"/>
          </a:xfrm>
          <a:prstGeom prst="roundRect">
            <a:avLst>
              <a:gd name="adj" fmla="val 8276"/>
            </a:avLst>
          </a:prstGeom>
          <a:solidFill>
            <a:srgbClr val="F5F7FA"/>
          </a:solidFill>
          <a:ln/>
        </p:spPr>
      </p:sp>
      <p:sp>
        <p:nvSpPr>
          <p:cNvPr id="14" name="Shape 10"/>
          <p:cNvSpPr/>
          <p:nvPr/>
        </p:nvSpPr>
        <p:spPr>
          <a:xfrm>
            <a:off x="868680" y="438912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984" y="4535424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600200" y="4343400"/>
            <a:ext cx="41742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Ouders erbij halen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Ouders uitnodigen met een link of QR-code en hun aanmelding goedkeuren.</a:t>
            </a:r>
            <a:endParaRPr lang="en-US" sz="1700" dirty="0"/>
          </a:p>
        </p:txBody>
      </p:sp>
      <p:sp>
        <p:nvSpPr>
          <p:cNvPr id="17" name="Shape 12"/>
          <p:cNvSpPr/>
          <p:nvPr/>
        </p:nvSpPr>
        <p:spPr>
          <a:xfrm>
            <a:off x="6231636" y="4160520"/>
            <a:ext cx="5317236" cy="1325880"/>
          </a:xfrm>
          <a:prstGeom prst="roundRect">
            <a:avLst>
              <a:gd name="adj" fmla="val 8276"/>
            </a:avLst>
          </a:prstGeom>
          <a:solidFill>
            <a:srgbClr val="F5F7FA"/>
          </a:solidFill>
          <a:ln/>
        </p:spPr>
      </p:sp>
      <p:sp>
        <p:nvSpPr>
          <p:cNvPr id="18" name="Shape 13"/>
          <p:cNvSpPr/>
          <p:nvPr/>
        </p:nvSpPr>
        <p:spPr>
          <a:xfrm>
            <a:off x="6460236" y="438912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6540" y="4535424"/>
            <a:ext cx="274320" cy="27432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7191756" y="4343400"/>
            <a:ext cx="41742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Berichten en contact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Berichten aan het team of één ouder. Bellen of appen vanuit de app.</a:t>
            </a:r>
            <a:endParaRPr lang="en-US" sz="1700" dirty="0"/>
          </a:p>
        </p:txBody>
      </p:sp>
      <p:sp>
        <p:nvSpPr>
          <p:cNvPr id="21" name="Shape 15"/>
          <p:cNvSpPr/>
          <p:nvPr/>
        </p:nvSpPr>
        <p:spPr>
          <a:xfrm>
            <a:off x="640080" y="5623560"/>
            <a:ext cx="10908792" cy="685800"/>
          </a:xfrm>
          <a:prstGeom prst="roundRect">
            <a:avLst>
              <a:gd name="adj" fmla="val 16000"/>
            </a:avLst>
          </a:prstGeom>
          <a:solidFill>
            <a:srgbClr val="EAF4FE"/>
          </a:solidFill>
          <a:ln/>
        </p:spPr>
      </p:sp>
      <p:sp>
        <p:nvSpPr>
          <p:cNvPr id="22" name="Text 16"/>
          <p:cNvSpPr txBox="1"/>
          <p:nvPr/>
        </p:nvSpPr>
        <p:spPr>
          <a:xfrm>
            <a:off x="868680" y="562356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 je niet hoeft: afmeldingen doorgeven (dat doen ouders zelf) en aanwezigheid of kaarten bijhouden (dat doet de trainer).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teamleiders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STAP 1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Aanmelden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meldt je aan als ouder van je kind. Daarna krijg je de rol teamleider erbij.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328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532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514600"/>
            <a:ext cx="64008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de uitnodiging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krijgt een link van de trainer. Tik erop.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40156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4015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383280"/>
            <a:ext cx="64008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 je gegevens in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e-mailadres, je naam en de naam van je kind. Vink de privacyverklaring aan.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40080" y="427024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2702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4251960"/>
            <a:ext cx="64008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Wacht op goedkeuring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trainer keurt je aanmelding goed en geeft je de rol teamleider.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40080" y="5532120"/>
            <a:ext cx="7040880" cy="777240"/>
          </a:xfrm>
          <a:prstGeom prst="roundRect">
            <a:avLst>
              <a:gd name="adj" fmla="val 14118"/>
            </a:avLst>
          </a:prstGeom>
          <a:solidFill>
            <a:srgbClr val="EAF4FE"/>
          </a:solidFill>
          <a:ln/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5751576"/>
            <a:ext cx="329184" cy="329184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1325880" y="5577840"/>
            <a:ext cx="6217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Gebruik het e-mailadres dat je dagelijks leest: daar komt de inlogcode binnen.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82753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18" name="Image 1" descr="/home/user/Clubcomm/docs/presentaties/beelden/aanmelden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5048" y="521208"/>
            <a:ext cx="2907792" cy="5815584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teamleiders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STAP 2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Inloggen zonder wachtwoord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werkt met een code per e-mail. Een wachtwoord onthouden is niet nodig.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328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532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514600"/>
            <a:ext cx="64008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 naar mijnclubcomm.nl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 je e-mailadres in en tik op Stuur mij een inlogcode.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40156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4015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383280"/>
            <a:ext cx="64008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 de code over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krijgt een mail met een code van 6 cijfers. Typ die over in de app.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40080" y="427024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2702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4251960"/>
            <a:ext cx="64008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Klaar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blijft ingelogd op je telefoon.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40080" y="5532120"/>
            <a:ext cx="7040880" cy="777240"/>
          </a:xfrm>
          <a:prstGeom prst="roundRect">
            <a:avLst>
              <a:gd name="adj" fmla="val 14118"/>
            </a:avLst>
          </a:prstGeom>
          <a:solidFill>
            <a:srgbClr val="EAF4FE"/>
          </a:solidFill>
          <a:ln/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5751576"/>
            <a:ext cx="329184" cy="329184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1325880" y="5577840"/>
            <a:ext cx="6217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Zet ClubComm op je beginscherm (iPhone: Delen → Zet op beginscherm). Log daarna in via het icoon en typ de code over: de knop in de mail opent Safari.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82753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18" name="Image 1" descr="/home/user/Clubcomm/docs/presentaties/beelden/inloggen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5048" y="521208"/>
            <a:ext cx="2907792" cy="5815584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teamleiders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STAP 3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Wisselen tussen teamleider en ouder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hebt één account met twee rollen. Bovenaan zie je altijd in welke rol je zit.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328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532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514600"/>
            <a:ext cx="64008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 rechtsboven op je initialen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profiel gaat open.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40156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4015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383280"/>
            <a:ext cx="64008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Kies bij Wissel van rol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Teamleider om te regelen, Ouder om je eigen kind af te melden.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40080" y="5532120"/>
            <a:ext cx="7040880" cy="777240"/>
          </a:xfrm>
          <a:prstGeom prst="roundRect">
            <a:avLst>
              <a:gd name="adj" fmla="val 14118"/>
            </a:avLst>
          </a:prstGeom>
          <a:solidFill>
            <a:srgbClr val="EAF4FE"/>
          </a:solidFill>
          <a:ln/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5751576"/>
            <a:ext cx="329184" cy="329184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1325880" y="5577840"/>
            <a:ext cx="6217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Hier vind je ook Feedback of een probleem melden. Gebruik die knop in de pilot vooral!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82753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15" name="Image 1" descr="/home/user/Clubcomm/docs/presentaties/beelden/tl-profiel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5048" y="521208"/>
            <a:ext cx="2907792" cy="5815584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teamleiders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één oogopslag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 Home staat de eerstvolgende wedstrijd en alles wat jij moet doen.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328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532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5146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volgende wedstrijd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Hoeveel spelers komen en welke taken nog open staan.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4472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4472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4290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Actie nodig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Alleen wat bij jou ligt: aanmeldingen goedkeuren, open taken, nieuwe berichten.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40080" y="43616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3616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43434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Leeg? Dan hoef je niets te doen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maakt geen werk van informatie.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2753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15" name="Image 0" descr="/home/user/Clubcomm/docs/presentaties/beelden/tl-hom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5048" y="521208"/>
            <a:ext cx="2907792" cy="5815584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teamleiders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Ouders uitnodigen en goedkeuren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Elk kind heeft minstens één ouder in de app nodig, anders kan niemand afmelden.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328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532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514600"/>
            <a:ext cx="64008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Deel de uitnodiging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 naar Team → Ouders uitnodigen. Delen (bijv. in de teamgroep), QR tonen op het veld, of QR printen.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40156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4015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383280"/>
            <a:ext cx="64008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Ouders melden zich aan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 hun e-mailadres en de naam van hun kind.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40080" y="427024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2702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4251960"/>
            <a:ext cx="64008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Jij keurt goed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 op Goedkeuren. Ken je iemand niet? Tik op het kruisje.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40080" y="5532120"/>
            <a:ext cx="7040880" cy="777240"/>
          </a:xfrm>
          <a:prstGeom prst="roundRect">
            <a:avLst>
              <a:gd name="adj" fmla="val 14118"/>
            </a:avLst>
          </a:prstGeom>
          <a:solidFill>
            <a:srgbClr val="EAF4FE"/>
          </a:solidFill>
          <a:ln/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5751576"/>
            <a:ext cx="329184" cy="329184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1325880" y="5577840"/>
            <a:ext cx="6217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uitnodiging verloopt na 14 dagen. Met Nu vernieuwen maak je een nieuwe link.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82753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18" name="Image 1" descr="/home/user/Clubcomm/docs/presentaties/beelden/tl-team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5048" y="521208"/>
            <a:ext cx="2907792" cy="5815584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teamleiders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WEDSTRIJD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 wedstrijd toevoegen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de pilot voer je de wedstrijden zelf in. Later komen ze automatisch uit Sportlink.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328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532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5146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 naar Wedstrijd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 op Wedstrijd toevoegen.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4472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4472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4290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 de gegevens in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Tegenstander, datum, aftrap, en of het een thuiswedstrijd is.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40080" y="43616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3616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43434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 op Toevoegen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ouders zien de wedstrijd meteen in hun planning.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2753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15" name="Image 0" descr="/home/user/Clubcomm/docs/presentaties/beelden/tl-wedstrijd-toevoege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5048" y="521208"/>
            <a:ext cx="2907792" cy="5815584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teamleiders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WEDSTRIJD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wedstrijd regelen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Alles over de wedstrijd staat op één plek, in de volgorde van de dag.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328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532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5146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Verzameltijd en adres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ze aan en tik op Opslaan. Route opent de navigatie.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4472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4472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4290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Stuur de gegevens met één tik naar de teamgroep.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40080" y="43616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3616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43434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komen er?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ziet wie afgemeld is. Afmelden doen ouders zelf.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2753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15" name="Image 0" descr="/home/user/Clubcomm/docs/presentaties/beelden/tl-wedstrij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5048" y="521208"/>
            <a:ext cx="2907792" cy="5815584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teamleiders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WEDSTRIJD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Taken verdelen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Bij elke wedstrijd staan vaste taken klaar. Ouders melden zich zelf aan.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328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532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514600"/>
            <a:ext cx="64008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Vaste taken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Trainer-coach, timekeeper en (thuis) spelbegeleider staan er al.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40156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4015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383280"/>
            <a:ext cx="64008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 taak nodig?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 op + Taak, bijv. fotograaf, bardienst of wastas. Met het kruisje haal je een taak weg.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40080" y="427024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2702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4251960"/>
            <a:ext cx="64008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Nog open?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 op Oproep delen. Twee dagen van tevoren krijgen de ouders ook vanzelf een oproep.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40080" y="5532120"/>
            <a:ext cx="7040880" cy="777240"/>
          </a:xfrm>
          <a:prstGeom prst="roundRect">
            <a:avLst>
              <a:gd name="adj" fmla="val 14118"/>
            </a:avLst>
          </a:prstGeom>
          <a:solidFill>
            <a:srgbClr val="EAF4FE"/>
          </a:solidFill>
          <a:ln/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5751576"/>
            <a:ext cx="329184" cy="329184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1325880" y="5577840"/>
            <a:ext cx="6217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Onder Team → Wie helpt er mee? zie je per gezin hoe vaak ze hielpen. Alleen jij ziet dat, zodat je eerlijk kunt vragen.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82753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18" name="Image 1" descr="/home/user/Clubcomm/docs/presentaties/beelden/tl-taken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5048" y="521208"/>
            <a:ext cx="2907792" cy="5815584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teamleiders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WEDSTRIJDDAG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 de dag zelf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 de wedstrijddag verschijnen extra knoppen bij de wedstrijd.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328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532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5146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Aanwezigheid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trainer-coach vult in wie er is.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4472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4472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4290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Wisselschema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timekeeper tikt op Volgend blok en ziet wie erin en eruit gaat.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40080" y="43616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3616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43434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Uitslag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 na afloop de uitslag in.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40080" y="52760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0080" y="52760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280160" y="52578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Afgelast?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 op Afgelast en kies waarom. Alle ouders krijgen direct een bericht.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2753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18" name="Image 0" descr="/home/user/Clubcomm/docs/presentaties/beelden/tl-afgelas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5048" y="521208"/>
            <a:ext cx="2907792" cy="5815584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teamleiders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BERICHTEN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Berichten sturen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Geen losse appjes meer: berichten staan bij elkaar en je ziet wie ze gelezen heeft.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328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532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5146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 op Nieuw bericht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Kies Groepsbericht (hele team) of Persoonlijk (één ouder).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4472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4472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4290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Herinnering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 kant-en-klaar bericht dat je nog kunt aanpassen.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40080" y="43616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3616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43434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Belangrijk of urgent?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 krijgen ouders het ook per e-mail.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2753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15" name="Image 0" descr="/home/user/Clubcomm/docs/presentaties/beelden/tl-berich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5048" y="521208"/>
            <a:ext cx="2907792" cy="5815584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teamleiders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 met een ouder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 op een speler en je hebt de ouders direct te pakken.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328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532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514600"/>
            <a:ext cx="64008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 naar Team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 op de naam van een speler.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40156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4015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383280"/>
            <a:ext cx="64008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Bel, app of mail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 de knoppen naast de naam van de ouder.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40080" y="5532120"/>
            <a:ext cx="7040880" cy="777240"/>
          </a:xfrm>
          <a:prstGeom prst="roundRect">
            <a:avLst>
              <a:gd name="adj" fmla="val 14118"/>
            </a:avLst>
          </a:prstGeom>
          <a:solidFill>
            <a:srgbClr val="EAF4FE"/>
          </a:solidFill>
          <a:ln/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5751576"/>
            <a:ext cx="329184" cy="329184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1325880" y="5577840"/>
            <a:ext cx="6217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groene appje naast elke speler in de lijst opent meteen WhatsApp met de ouder.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82753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15" name="Image 1" descr="/home/user/Clubcomm/docs/presentaties/beelden/tl-contact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5048" y="521208"/>
            <a:ext cx="2907792" cy="5815584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teamleiders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ubcomm/public/assets/clubcomm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731520"/>
            <a:ext cx="822960" cy="8229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31520" y="19202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Vragen of iets werkt niet?</a:t>
            </a:r>
            <a:endParaRPr lang="en-US" sz="4000" dirty="0"/>
          </a:p>
        </p:txBody>
      </p:sp>
      <p:sp>
        <p:nvSpPr>
          <p:cNvPr id="4" name="Shape 1"/>
          <p:cNvSpPr/>
          <p:nvPr/>
        </p:nvSpPr>
        <p:spPr>
          <a:xfrm>
            <a:off x="731520" y="3108960"/>
            <a:ext cx="548640" cy="548640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3246120"/>
            <a:ext cx="274320" cy="27432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508760" y="310896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de app: Profiel → Feedback of een probleem melden</a:t>
            </a:r>
            <a:endParaRPr lang="en-US" sz="1800" dirty="0"/>
          </a:p>
        </p:txBody>
      </p:sp>
      <p:sp>
        <p:nvSpPr>
          <p:cNvPr id="7" name="Shape 3"/>
          <p:cNvSpPr/>
          <p:nvPr/>
        </p:nvSpPr>
        <p:spPr>
          <a:xfrm>
            <a:off x="731520" y="3886200"/>
            <a:ext cx="548640" cy="548640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4023360"/>
            <a:ext cx="274320" cy="27432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508760" y="388620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vraag het de trainer van het O12 talententeam</a:t>
            </a:r>
            <a:endParaRPr lang="en-US" sz="1800" dirty="0"/>
          </a:p>
        </p:txBody>
      </p:sp>
      <p:sp>
        <p:nvSpPr>
          <p:cNvPr id="10" name="Shape 5"/>
          <p:cNvSpPr/>
          <p:nvPr/>
        </p:nvSpPr>
        <p:spPr>
          <a:xfrm>
            <a:off x="731520" y="4663440"/>
            <a:ext cx="548640" cy="548640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800600"/>
            <a:ext cx="274320" cy="27432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1508760" y="466344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is een pilot: alles wat je opvalt, helpt ons de app beter te maken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ClubComm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ClubComm voor teamleiders</dc:title>
  <dc:subject>PptxGenJS Presentation</dc:subject>
  <dc:creator>PptxGenJS</dc:creator>
  <cp:lastModifiedBy>PptxGenJS</cp:lastModifiedBy>
  <cp:revision>1</cp:revision>
  <dcterms:created xsi:type="dcterms:W3CDTF">2026-09-25T12:09:00Z</dcterms:created>
  <dcterms:modified xsi:type="dcterms:W3CDTF">2026-09-25T12:09:00Z</dcterms:modified>
</cp:coreProperties>
</file>