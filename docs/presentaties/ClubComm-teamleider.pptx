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regel je het team: wedstrijden, taken, ouders en berichten.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 · RKSV DCG · pilot najaar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l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teamleider?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regelt alles rond het team, zodat de trainer zich op het voetbal kan 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regelen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Verzameltijd, adres en wie er komen. Delen in de teamgroep met één tik.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Timekeeper, spelbegeleider, wastas: zie wat nog open staat en vraag ouders.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5354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erbij halen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met een link of QR-code en hun aanmelding goedkeuren.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5354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en contact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aan het team of één ouder. Bellen of appen vanuit de app.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niet hoeft: afmeldingen doorgeven (dat doen ouders zelf) en aanwezigheid of kaarten bijhouden (dat doet de trainer).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aan als ouder van je kind. Daarna krijg je de rol teamleider erbij.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link van de trainer. Tik erop.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Wacht op goedkeuring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 keurt je aanmelding goed en geeft je de rol teamleider.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Gebruik het e-mailadres dat je dagelijks leest: daar komt de inlogcode binnen.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werkt met een code per e-mail. Een wachtwoord onthouden is niet nodig.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blijft ingelogd op je telefoon.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 → Zet op beginscherm). Log daarna in via het icoon en typ de code van 6 cijfers uit de mail over.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Wisselen tussen teamleider 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hebt één account met twee rollen. Bovenaan zie je altijd in welke rol je zit.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rechtsboven op je initialen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profiel gaat open.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bij Wissel van rol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om te regelen, Ouder om je eigen kind af te 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vind je ook Feedback of een probleem melden. Gebruik die knop in de pilot vooral!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profi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één oogopslag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de eerstvolgende wedstrijd en alles wat jij moet doen.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volgende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 en welke taken nog open staan.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bij jou ligt: aanmeldingen goedkeuren, open taken, nieuwe berichten.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Leeg? Dan hoef je niets te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maakt geen werk van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en goedkeuren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kind heeft minstens één ouder in de app nodig, anders kan niemand afmelden.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 → Ouders uitnodigen. Delen (bijv. in de teamgroep), QR tonen op het veld, of QR printen.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melden zich 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e-mailadres en de naam van hun kind.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Goedkeuren. Ken je iemand niet? Tik op het kruisje.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uitnodiging verloopt na 14 dagen. Met Nu vernieuwen maak je een nieuwe link.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wedstrijd toevoegen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pilot voer je de wedstrijden zelf in. Later komen ze automatisch uit Sportlink.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Wedstrijd toevoegen.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Tegenstander, datum, aftrap, en of het een thuiswedstrijd is.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Toevoegen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ouders zien de wedstrijd meteen in hun planning.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-toevoe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over de wedstrijd staat op één plek, in de volgorde van de dag.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 en adres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ze aan en tik op Opslaan. Route opent de navigatie.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Stuur de gegevens met één tik naar de teamgroep.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komen 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wie afgemeld is. Afmelden doen ouders zelf.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staan vaste taken klaar. Ouders melden zich zelf aan.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Trainer-coach, timekeeper en (thuis) spelbegeleider staan er 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taak nodig?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+ Taak, bijv. fotograaf, bardienst of wastas. Met het kruisje haal je een taak weg.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open?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Oproep delen. Twee dagen van tevoren krijgen de ouders ook vanzelf een oproep.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 Team → Wie helpt er mee? zie je per gezin hoe vaak ze hielpen. Alleen jij ziet dat, zodat je eerlijk kunt vragen.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ak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WEDSTRIJDDAG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dag zelf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wedstrijddag verschijnen extra knoppen bij de wedstrijd.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trainer-coach vult in wie er is.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timekeeper tikt op Volgend blok en ziet wie erin en eruit gaat.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Uitslag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na afloop de uitslag in.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2760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52578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Afgelast en kies waarom. Alle ouders krijgen direct een bericht.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/home/user/Clubcomm/docs/presentaties/beelden/tl-afge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sturen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losse appjes meer: berichten staan bij elkaar en je ziet wie ze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Groepsbericht (hele team) of Persoonlijk (één ouder).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kant-en-klaar bericht dat je nog kunt aanpassen.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 of urgent?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krijgen ouders het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met een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en je hebt de ouders direct te pakken.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de naam van een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naam van de ouder.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groene appje naast elke speler in de lijst opent meteen WhatsApp met de ouder.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contac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trainer van het O12 talententeam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006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08760" y="4663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 pilot: alles wat je opvalt, helpt ons de app beter te maken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teamleiders</dc:title>
  <dc:subject>PptxGenJS Presentation</dc:subject>
  <dc:creator>PptxGenJS</dc:creator>
  <cp:lastModifiedBy>PptxGenJS</cp:lastModifiedBy>
  <cp:revision>1</cp:revision>
  <dcterms:created xsi:type="dcterms:W3CDTF">2026-09-25T19:16:24Z</dcterms:created>
  <dcterms:modified xsi:type="dcterms:W3CDTF">2026-09-25T19:16:24Z</dcterms:modified>
</cp:coreProperties>
</file>